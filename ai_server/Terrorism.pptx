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61" r:id="rId5"/>
    <p:sldId id="260" r:id="rId6"/>
    <p:sldId id="258" r:id="rId7"/>
    <p:sldId id="269" r:id="rId8"/>
    <p:sldId id="267" r:id="rId9"/>
    <p:sldId id="257" r:id="rId10"/>
    <p:sldId id="268" r:id="rId11"/>
    <p:sldId id="368" r:id="rId12"/>
    <p:sldId id="371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100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chita Sen" userId="ec2cba4e-add8-4009-88f3-a689ab6e4b2d" providerId="ADAL" clId="{8A89ABF0-6659-4737-93E5-243159F1B564}"/>
    <pc:docChg chg="custSel addSld delSld modSld sldOrd">
      <pc:chgData name="Anchita Sen" userId="ec2cba4e-add8-4009-88f3-a689ab6e4b2d" providerId="ADAL" clId="{8A89ABF0-6659-4737-93E5-243159F1B564}" dt="2025-11-17T03:08:18.335" v="783" actId="47"/>
      <pc:docMkLst>
        <pc:docMk/>
      </pc:docMkLst>
      <pc:sldChg chg="modSp mod">
        <pc:chgData name="Anchita Sen" userId="ec2cba4e-add8-4009-88f3-a689ab6e4b2d" providerId="ADAL" clId="{8A89ABF0-6659-4737-93E5-243159F1B564}" dt="2025-11-08T08:41:17.523" v="3" actId="207"/>
        <pc:sldMkLst>
          <pc:docMk/>
          <pc:sldMk cId="0" sldId="257"/>
        </pc:sldMkLst>
        <pc:spChg chg="mod">
          <ac:chgData name="Anchita Sen" userId="ec2cba4e-add8-4009-88f3-a689ab6e4b2d" providerId="ADAL" clId="{8A89ABF0-6659-4737-93E5-243159F1B564}" dt="2025-11-08T08:41:17.523" v="3" actId="207"/>
          <ac:spMkLst>
            <pc:docMk/>
            <pc:sldMk cId="0" sldId="257"/>
            <ac:spMk id="17" creationId="{00000000-0000-0000-0000-000000000000}"/>
          </ac:spMkLst>
        </pc:spChg>
      </pc:sldChg>
      <pc:sldChg chg="ord">
        <pc:chgData name="Anchita Sen" userId="ec2cba4e-add8-4009-88f3-a689ab6e4b2d" providerId="ADAL" clId="{8A89ABF0-6659-4737-93E5-243159F1B564}" dt="2025-11-08T06:17:47.512" v="1"/>
        <pc:sldMkLst>
          <pc:docMk/>
          <pc:sldMk cId="0" sldId="260"/>
        </pc:sldMkLst>
      </pc:sldChg>
      <pc:sldChg chg="del">
        <pc:chgData name="Anchita Sen" userId="ec2cba4e-add8-4009-88f3-a689ab6e4b2d" providerId="ADAL" clId="{8A89ABF0-6659-4737-93E5-243159F1B564}" dt="2025-11-17T03:08:18.335" v="783" actId="47"/>
        <pc:sldMkLst>
          <pc:docMk/>
          <pc:sldMk cId="0" sldId="262"/>
        </pc:sldMkLst>
      </pc:sldChg>
      <pc:sldChg chg="del">
        <pc:chgData name="Anchita Sen" userId="ec2cba4e-add8-4009-88f3-a689ab6e4b2d" providerId="ADAL" clId="{8A89ABF0-6659-4737-93E5-243159F1B564}" dt="2025-11-17T03:08:16.617" v="782" actId="47"/>
        <pc:sldMkLst>
          <pc:docMk/>
          <pc:sldMk cId="0" sldId="263"/>
        </pc:sldMkLst>
      </pc:sldChg>
      <pc:sldChg chg="del">
        <pc:chgData name="Anchita Sen" userId="ec2cba4e-add8-4009-88f3-a689ab6e4b2d" providerId="ADAL" clId="{8A89ABF0-6659-4737-93E5-243159F1B564}" dt="2025-11-17T03:08:14.467" v="781" actId="47"/>
        <pc:sldMkLst>
          <pc:docMk/>
          <pc:sldMk cId="0" sldId="264"/>
        </pc:sldMkLst>
      </pc:sldChg>
      <pc:sldChg chg="modSp mod">
        <pc:chgData name="Anchita Sen" userId="ec2cba4e-add8-4009-88f3-a689ab6e4b2d" providerId="ADAL" clId="{8A89ABF0-6659-4737-93E5-243159F1B564}" dt="2025-11-08T06:18:13.308" v="2" actId="207"/>
        <pc:sldMkLst>
          <pc:docMk/>
          <pc:sldMk cId="0" sldId="267"/>
        </pc:sldMkLst>
        <pc:spChg chg="mod">
          <ac:chgData name="Anchita Sen" userId="ec2cba4e-add8-4009-88f3-a689ab6e4b2d" providerId="ADAL" clId="{8A89ABF0-6659-4737-93E5-243159F1B564}" dt="2025-11-08T06:18:13.308" v="2" actId="207"/>
          <ac:spMkLst>
            <pc:docMk/>
            <pc:sldMk cId="0" sldId="267"/>
            <ac:spMk id="17" creationId="{00000000-0000-0000-0000-000000000000}"/>
          </ac:spMkLst>
        </pc:spChg>
      </pc:sldChg>
      <pc:sldChg chg="new del">
        <pc:chgData name="Anchita Sen" userId="ec2cba4e-add8-4009-88f3-a689ab6e4b2d" providerId="ADAL" clId="{8A89ABF0-6659-4737-93E5-243159F1B564}" dt="2025-11-08T09:03:51.023" v="6" actId="47"/>
        <pc:sldMkLst>
          <pc:docMk/>
          <pc:sldMk cId="3821080505" sldId="270"/>
        </pc:sldMkLst>
      </pc:sldChg>
      <pc:sldChg chg="addSp delSp modSp add mod">
        <pc:chgData name="Anchita Sen" userId="ec2cba4e-add8-4009-88f3-a689ab6e4b2d" providerId="ADAL" clId="{8A89ABF0-6659-4737-93E5-243159F1B564}" dt="2025-11-08T09:25:40.994" v="623" actId="1076"/>
        <pc:sldMkLst>
          <pc:docMk/>
          <pc:sldMk cId="0" sldId="368"/>
        </pc:sldMkLst>
        <pc:spChg chg="add mod">
          <ac:chgData name="Anchita Sen" userId="ec2cba4e-add8-4009-88f3-a689ab6e4b2d" providerId="ADAL" clId="{8A89ABF0-6659-4737-93E5-243159F1B564}" dt="2025-11-08T09:07:41.526" v="74" actId="14100"/>
          <ac:spMkLst>
            <pc:docMk/>
            <pc:sldMk cId="0" sldId="368"/>
            <ac:spMk id="2" creationId="{1B673721-CC58-494D-BC12-EEAF2A5AB043}"/>
          </ac:spMkLst>
        </pc:spChg>
        <pc:spChg chg="add mod">
          <ac:chgData name="Anchita Sen" userId="ec2cba4e-add8-4009-88f3-a689ab6e4b2d" providerId="ADAL" clId="{8A89ABF0-6659-4737-93E5-243159F1B564}" dt="2025-11-08T09:16:09.841" v="213" actId="1076"/>
          <ac:spMkLst>
            <pc:docMk/>
            <pc:sldMk cId="0" sldId="368"/>
            <ac:spMk id="3" creationId="{42137651-5A59-49DA-9577-CBE03EBD1176}"/>
          </ac:spMkLst>
        </pc:spChg>
        <pc:spChg chg="add mod">
          <ac:chgData name="Anchita Sen" userId="ec2cba4e-add8-4009-88f3-a689ab6e4b2d" providerId="ADAL" clId="{8A89ABF0-6659-4737-93E5-243159F1B564}" dt="2025-11-08T09:15:24.724" v="205" actId="1076"/>
          <ac:spMkLst>
            <pc:docMk/>
            <pc:sldMk cId="0" sldId="368"/>
            <ac:spMk id="4" creationId="{5264914F-F3DE-43FD-9178-4BBB62E7838B}"/>
          </ac:spMkLst>
        </pc:spChg>
        <pc:spChg chg="add del mod">
          <ac:chgData name="Anchita Sen" userId="ec2cba4e-add8-4009-88f3-a689ab6e4b2d" providerId="ADAL" clId="{8A89ABF0-6659-4737-93E5-243159F1B564}" dt="2025-11-08T09:22:28.802" v="584" actId="478"/>
          <ac:spMkLst>
            <pc:docMk/>
            <pc:sldMk cId="0" sldId="368"/>
            <ac:spMk id="5" creationId="{FA1E4FA1-32E3-4546-9639-98FC20455B93}"/>
          </ac:spMkLst>
        </pc:spChg>
        <pc:spChg chg="add mod">
          <ac:chgData name="Anchita Sen" userId="ec2cba4e-add8-4009-88f3-a689ab6e4b2d" providerId="ADAL" clId="{8A89ABF0-6659-4737-93E5-243159F1B564}" dt="2025-11-08T09:22:18.603" v="583" actId="1076"/>
          <ac:spMkLst>
            <pc:docMk/>
            <pc:sldMk cId="0" sldId="368"/>
            <ac:spMk id="6" creationId="{DD13224F-3EF0-46AC-ABDC-D7E721F41385}"/>
          </ac:spMkLst>
        </pc:spChg>
        <pc:spChg chg="add del mod">
          <ac:chgData name="Anchita Sen" userId="ec2cba4e-add8-4009-88f3-a689ab6e4b2d" providerId="ADAL" clId="{8A89ABF0-6659-4737-93E5-243159F1B564}" dt="2025-11-08T09:23:15.068" v="587" actId="478"/>
          <ac:spMkLst>
            <pc:docMk/>
            <pc:sldMk cId="0" sldId="368"/>
            <ac:spMk id="7" creationId="{7F155083-F1BF-47F9-959E-8841C17B45F8}"/>
          </ac:spMkLst>
        </pc:spChg>
        <pc:spChg chg="add del">
          <ac:chgData name="Anchita Sen" userId="ec2cba4e-add8-4009-88f3-a689ab6e4b2d" providerId="ADAL" clId="{8A89ABF0-6659-4737-93E5-243159F1B564}" dt="2025-11-08T09:23:54.159" v="589" actId="478"/>
          <ac:spMkLst>
            <pc:docMk/>
            <pc:sldMk cId="0" sldId="368"/>
            <ac:spMk id="8" creationId="{19DD29E0-14A7-4D26-92B1-8F14D67AF28F}"/>
          </ac:spMkLst>
        </pc:spChg>
        <pc:spChg chg="add mod">
          <ac:chgData name="Anchita Sen" userId="ec2cba4e-add8-4009-88f3-a689ab6e4b2d" providerId="ADAL" clId="{8A89ABF0-6659-4737-93E5-243159F1B564}" dt="2025-11-08T09:25:40.994" v="623" actId="1076"/>
          <ac:spMkLst>
            <pc:docMk/>
            <pc:sldMk cId="0" sldId="368"/>
            <ac:spMk id="9" creationId="{DB680D43-3C2D-43F5-B588-A6816AE2199B}"/>
          </ac:spMkLst>
        </pc:spChg>
        <pc:spChg chg="add mod">
          <ac:chgData name="Anchita Sen" userId="ec2cba4e-add8-4009-88f3-a689ab6e4b2d" providerId="ADAL" clId="{8A89ABF0-6659-4737-93E5-243159F1B564}" dt="2025-11-08T09:25:17.644" v="618" actId="14100"/>
          <ac:spMkLst>
            <pc:docMk/>
            <pc:sldMk cId="0" sldId="368"/>
            <ac:spMk id="10" creationId="{BA04DDD3-72B6-473A-8125-62DC57F4A963}"/>
          </ac:spMkLst>
        </pc:spChg>
        <pc:spChg chg="add mod">
          <ac:chgData name="Anchita Sen" userId="ec2cba4e-add8-4009-88f3-a689ab6e4b2d" providerId="ADAL" clId="{8A89ABF0-6659-4737-93E5-243159F1B564}" dt="2025-11-08T09:25:23.783" v="619" actId="1076"/>
          <ac:spMkLst>
            <pc:docMk/>
            <pc:sldMk cId="0" sldId="368"/>
            <ac:spMk id="11" creationId="{AB6A72F3-1FE4-43C3-A2A2-DA06629A7326}"/>
          </ac:spMkLst>
        </pc:spChg>
        <pc:spChg chg="add mod">
          <ac:chgData name="Anchita Sen" userId="ec2cba4e-add8-4009-88f3-a689ab6e4b2d" providerId="ADAL" clId="{8A89ABF0-6659-4737-93E5-243159F1B564}" dt="2025-11-08T09:25:34.243" v="622" actId="14100"/>
          <ac:spMkLst>
            <pc:docMk/>
            <pc:sldMk cId="0" sldId="368"/>
            <ac:spMk id="12" creationId="{74416FD1-71F2-41A4-B539-4D70E59D60C4}"/>
          </ac:spMkLst>
        </pc:spChg>
        <pc:spChg chg="mod">
          <ac:chgData name="Anchita Sen" userId="ec2cba4e-add8-4009-88f3-a689ab6e4b2d" providerId="ADAL" clId="{8A89ABF0-6659-4737-93E5-243159F1B564}" dt="2025-11-08T09:16:05.467" v="212" actId="1076"/>
          <ac:spMkLst>
            <pc:docMk/>
            <pc:sldMk cId="0" sldId="368"/>
            <ac:spMk id="165892" creationId="{B696D5BD-7E55-4880-90D8-0C96C66555F3}"/>
          </ac:spMkLst>
        </pc:spChg>
        <pc:spChg chg="mod">
          <ac:chgData name="Anchita Sen" userId="ec2cba4e-add8-4009-88f3-a689ab6e4b2d" providerId="ADAL" clId="{8A89ABF0-6659-4737-93E5-243159F1B564}" dt="2025-11-08T09:16:01.750" v="211" actId="1076"/>
          <ac:spMkLst>
            <pc:docMk/>
            <pc:sldMk cId="0" sldId="368"/>
            <ac:spMk id="165893" creationId="{67F22E52-5176-4A26-9FA1-73BFF1176C1E}"/>
          </ac:spMkLst>
        </pc:spChg>
        <pc:spChg chg="mod">
          <ac:chgData name="Anchita Sen" userId="ec2cba4e-add8-4009-88f3-a689ab6e4b2d" providerId="ADAL" clId="{8A89ABF0-6659-4737-93E5-243159F1B564}" dt="2025-11-08T09:15:54.693" v="210" actId="1076"/>
          <ac:spMkLst>
            <pc:docMk/>
            <pc:sldMk cId="0" sldId="368"/>
            <ac:spMk id="165903" creationId="{418A8FCD-7565-42B6-B0D2-E522ABCE6029}"/>
          </ac:spMkLst>
        </pc:spChg>
        <pc:spChg chg="del">
          <ac:chgData name="Anchita Sen" userId="ec2cba4e-add8-4009-88f3-a689ab6e4b2d" providerId="ADAL" clId="{8A89ABF0-6659-4737-93E5-243159F1B564}" dt="2025-11-08T09:12:56.698" v="108" actId="478"/>
          <ac:spMkLst>
            <pc:docMk/>
            <pc:sldMk cId="0" sldId="368"/>
            <ac:spMk id="165905" creationId="{C0BCB31A-D6B3-4E7F-88D4-EF38CBEB0D55}"/>
          </ac:spMkLst>
        </pc:spChg>
        <pc:spChg chg="del mod">
          <ac:chgData name="Anchita Sen" userId="ec2cba4e-add8-4009-88f3-a689ab6e4b2d" providerId="ADAL" clId="{8A89ABF0-6659-4737-93E5-243159F1B564}" dt="2025-11-08T09:06:00.058" v="23" actId="478"/>
          <ac:spMkLst>
            <pc:docMk/>
            <pc:sldMk cId="0" sldId="368"/>
            <ac:spMk id="165906" creationId="{AF400517-6FBB-429F-BCEE-5953810D8812}"/>
          </ac:spMkLst>
        </pc:spChg>
      </pc:sldChg>
      <pc:sldChg chg="addSp delSp modSp new del mod">
        <pc:chgData name="Anchita Sen" userId="ec2cba4e-add8-4009-88f3-a689ab6e4b2d" providerId="ADAL" clId="{8A89ABF0-6659-4737-93E5-243159F1B564}" dt="2025-11-08T10:03:12.806" v="751" actId="47"/>
        <pc:sldMkLst>
          <pc:docMk/>
          <pc:sldMk cId="3603820389" sldId="369"/>
        </pc:sldMkLst>
        <pc:spChg chg="add mod">
          <ac:chgData name="Anchita Sen" userId="ec2cba4e-add8-4009-88f3-a689ab6e4b2d" providerId="ADAL" clId="{8A89ABF0-6659-4737-93E5-243159F1B564}" dt="2025-11-08T09:57:25.617" v="701" actId="14100"/>
          <ac:spMkLst>
            <pc:docMk/>
            <pc:sldMk cId="3603820389" sldId="369"/>
            <ac:spMk id="2" creationId="{B74FD9BE-C7B6-461A-B548-3376BF71D253}"/>
          </ac:spMkLst>
        </pc:spChg>
        <pc:spChg chg="add mod">
          <ac:chgData name="Anchita Sen" userId="ec2cba4e-add8-4009-88f3-a689ab6e4b2d" providerId="ADAL" clId="{8A89ABF0-6659-4737-93E5-243159F1B564}" dt="2025-11-08T09:29:55.842" v="630" actId="1076"/>
          <ac:spMkLst>
            <pc:docMk/>
            <pc:sldMk cId="3603820389" sldId="369"/>
            <ac:spMk id="3" creationId="{EB96BBFC-37BE-4177-8338-EF68023FC74E}"/>
          </ac:spMkLst>
        </pc:spChg>
        <pc:spChg chg="add mod">
          <ac:chgData name="Anchita Sen" userId="ec2cba4e-add8-4009-88f3-a689ab6e4b2d" providerId="ADAL" clId="{8A89ABF0-6659-4737-93E5-243159F1B564}" dt="2025-11-08T09:30:07.205" v="632" actId="1076"/>
          <ac:spMkLst>
            <pc:docMk/>
            <pc:sldMk cId="3603820389" sldId="369"/>
            <ac:spMk id="4" creationId="{1BC00050-8AB0-4DBF-9715-CD8BC116DC78}"/>
          </ac:spMkLst>
        </pc:spChg>
        <pc:spChg chg="add del mod">
          <ac:chgData name="Anchita Sen" userId="ec2cba4e-add8-4009-88f3-a689ab6e4b2d" providerId="ADAL" clId="{8A89ABF0-6659-4737-93E5-243159F1B564}" dt="2025-11-08T09:56:49.974" v="692" actId="478"/>
          <ac:spMkLst>
            <pc:docMk/>
            <pc:sldMk cId="3603820389" sldId="369"/>
            <ac:spMk id="5" creationId="{BE520028-81B1-4B3B-BC77-6985CC1CEC52}"/>
          </ac:spMkLst>
        </pc:spChg>
        <pc:spChg chg="add del mod">
          <ac:chgData name="Anchita Sen" userId="ec2cba4e-add8-4009-88f3-a689ab6e4b2d" providerId="ADAL" clId="{8A89ABF0-6659-4737-93E5-243159F1B564}" dt="2025-11-08T09:57:00.740" v="695" actId="478"/>
          <ac:spMkLst>
            <pc:docMk/>
            <pc:sldMk cId="3603820389" sldId="369"/>
            <ac:spMk id="6" creationId="{06971363-9C2A-4234-ABD8-9E95A4B680A0}"/>
          </ac:spMkLst>
        </pc:spChg>
        <pc:spChg chg="add mod">
          <ac:chgData name="Anchita Sen" userId="ec2cba4e-add8-4009-88f3-a689ab6e4b2d" providerId="ADAL" clId="{8A89ABF0-6659-4737-93E5-243159F1B564}" dt="2025-11-08T09:31:00.647" v="664" actId="1076"/>
          <ac:spMkLst>
            <pc:docMk/>
            <pc:sldMk cId="3603820389" sldId="369"/>
            <ac:spMk id="7" creationId="{B73CF54B-F1DD-47E3-90F0-8ADAA73E4484}"/>
          </ac:spMkLst>
        </pc:spChg>
        <pc:spChg chg="add mod">
          <ac:chgData name="Anchita Sen" userId="ec2cba4e-add8-4009-88f3-a689ab6e4b2d" providerId="ADAL" clId="{8A89ABF0-6659-4737-93E5-243159F1B564}" dt="2025-11-08T10:00:28.984" v="736" actId="1076"/>
          <ac:spMkLst>
            <pc:docMk/>
            <pc:sldMk cId="3603820389" sldId="369"/>
            <ac:spMk id="8" creationId="{B5B21F3C-601F-490D-9CD2-9844ADBF5518}"/>
          </ac:spMkLst>
        </pc:spChg>
        <pc:spChg chg="add mod">
          <ac:chgData name="Anchita Sen" userId="ec2cba4e-add8-4009-88f3-a689ab6e4b2d" providerId="ADAL" clId="{8A89ABF0-6659-4737-93E5-243159F1B564}" dt="2025-11-08T09:57:32.180" v="702" actId="1076"/>
          <ac:spMkLst>
            <pc:docMk/>
            <pc:sldMk cId="3603820389" sldId="369"/>
            <ac:spMk id="9" creationId="{A03556C8-7291-4D2D-A8C8-2B163983EC75}"/>
          </ac:spMkLst>
        </pc:spChg>
        <pc:spChg chg="add mod">
          <ac:chgData name="Anchita Sen" userId="ec2cba4e-add8-4009-88f3-a689ab6e4b2d" providerId="ADAL" clId="{8A89ABF0-6659-4737-93E5-243159F1B564}" dt="2025-11-08T09:57:06.792" v="696" actId="1076"/>
          <ac:spMkLst>
            <pc:docMk/>
            <pc:sldMk cId="3603820389" sldId="369"/>
            <ac:spMk id="10" creationId="{3F7AD069-FFEE-4374-A5A6-B0A7093C05B4}"/>
          </ac:spMkLst>
        </pc:spChg>
        <pc:spChg chg="add mod">
          <ac:chgData name="Anchita Sen" userId="ec2cba4e-add8-4009-88f3-a689ab6e4b2d" providerId="ADAL" clId="{8A89ABF0-6659-4737-93E5-243159F1B564}" dt="2025-11-08T09:56:52.900" v="693" actId="1076"/>
          <ac:spMkLst>
            <pc:docMk/>
            <pc:sldMk cId="3603820389" sldId="369"/>
            <ac:spMk id="11" creationId="{4EC152C0-B4CA-401A-8B26-FAFC310A5CF7}"/>
          </ac:spMkLst>
        </pc:spChg>
        <pc:spChg chg="add mod">
          <ac:chgData name="Anchita Sen" userId="ec2cba4e-add8-4009-88f3-a689ab6e4b2d" providerId="ADAL" clId="{8A89ABF0-6659-4737-93E5-243159F1B564}" dt="2025-11-08T10:00:31.504" v="737" actId="1076"/>
          <ac:spMkLst>
            <pc:docMk/>
            <pc:sldMk cId="3603820389" sldId="369"/>
            <ac:spMk id="12" creationId="{C5BAF548-3B54-4830-9D4E-6C1061BD8DA6}"/>
          </ac:spMkLst>
        </pc:spChg>
        <pc:cxnChg chg="add mod">
          <ac:chgData name="Anchita Sen" userId="ec2cba4e-add8-4009-88f3-a689ab6e4b2d" providerId="ADAL" clId="{8A89ABF0-6659-4737-93E5-243159F1B564}" dt="2025-11-08T09:59:48.550" v="730" actId="13822"/>
          <ac:cxnSpMkLst>
            <pc:docMk/>
            <pc:sldMk cId="3603820389" sldId="369"/>
            <ac:cxnSpMk id="14" creationId="{C61142EC-3CF9-4FE8-A97F-73B497151E47}"/>
          </ac:cxnSpMkLst>
        </pc:cxnChg>
        <pc:cxnChg chg="add mod">
          <ac:chgData name="Anchita Sen" userId="ec2cba4e-add8-4009-88f3-a689ab6e4b2d" providerId="ADAL" clId="{8A89ABF0-6659-4737-93E5-243159F1B564}" dt="2025-11-08T10:00:03.198" v="733" actId="14100"/>
          <ac:cxnSpMkLst>
            <pc:docMk/>
            <pc:sldMk cId="3603820389" sldId="369"/>
            <ac:cxnSpMk id="15" creationId="{62767885-A55C-4591-9FDB-FF4EF58DD46C}"/>
          </ac:cxnSpMkLst>
        </pc:cxnChg>
        <pc:cxnChg chg="add">
          <ac:chgData name="Anchita Sen" userId="ec2cba4e-add8-4009-88f3-a689ab6e4b2d" providerId="ADAL" clId="{8A89ABF0-6659-4737-93E5-243159F1B564}" dt="2025-11-08T10:00:10.446" v="734"/>
          <ac:cxnSpMkLst>
            <pc:docMk/>
            <pc:sldMk cId="3603820389" sldId="369"/>
            <ac:cxnSpMk id="17" creationId="{728B66F3-CC7B-4EC6-A8CF-30FFEE248799}"/>
          </ac:cxnSpMkLst>
        </pc:cxnChg>
      </pc:sldChg>
      <pc:sldChg chg="new del">
        <pc:chgData name="Anchita Sen" userId="ec2cba4e-add8-4009-88f3-a689ab6e4b2d" providerId="ADAL" clId="{8A89ABF0-6659-4737-93E5-243159F1B564}" dt="2025-11-08T10:02:05.146" v="742" actId="47"/>
        <pc:sldMkLst>
          <pc:docMk/>
          <pc:sldMk cId="2397704634" sldId="370"/>
        </pc:sldMkLst>
      </pc:sldChg>
      <pc:sldChg chg="delSp modSp add mod ord">
        <pc:chgData name="Anchita Sen" userId="ec2cba4e-add8-4009-88f3-a689ab6e4b2d" providerId="ADAL" clId="{8A89ABF0-6659-4737-93E5-243159F1B564}" dt="2025-11-08T10:05:50.131" v="780" actId="1076"/>
        <pc:sldMkLst>
          <pc:docMk/>
          <pc:sldMk cId="0" sldId="371"/>
        </pc:sldMkLst>
        <pc:spChg chg="mod">
          <ac:chgData name="Anchita Sen" userId="ec2cba4e-add8-4009-88f3-a689ab6e4b2d" providerId="ADAL" clId="{8A89ABF0-6659-4737-93E5-243159F1B564}" dt="2025-11-08T10:02:39.019" v="749" actId="20577"/>
          <ac:spMkLst>
            <pc:docMk/>
            <pc:sldMk cId="0" sldId="371"/>
            <ac:spMk id="3074" creationId="{09B4BF96-83A4-450A-A37D-2EE1C240AC3E}"/>
          </ac:spMkLst>
        </pc:spChg>
        <pc:spChg chg="mod">
          <ac:chgData name="Anchita Sen" userId="ec2cba4e-add8-4009-88f3-a689ab6e4b2d" providerId="ADAL" clId="{8A89ABF0-6659-4737-93E5-243159F1B564}" dt="2025-11-08T10:03:43.411" v="756" actId="1076"/>
          <ac:spMkLst>
            <pc:docMk/>
            <pc:sldMk cId="0" sldId="371"/>
            <ac:spMk id="3075" creationId="{E247BEE9-E1BE-444E-BAD8-2AD43D39F176}"/>
          </ac:spMkLst>
        </pc:spChg>
        <pc:spChg chg="mod">
          <ac:chgData name="Anchita Sen" userId="ec2cba4e-add8-4009-88f3-a689ab6e4b2d" providerId="ADAL" clId="{8A89ABF0-6659-4737-93E5-243159F1B564}" dt="2025-11-08T10:05:41.452" v="779" actId="2711"/>
          <ac:spMkLst>
            <pc:docMk/>
            <pc:sldMk cId="0" sldId="371"/>
            <ac:spMk id="3076" creationId="{D61B37AC-A05F-463B-9C0C-CDD636544D59}"/>
          </ac:spMkLst>
        </pc:spChg>
        <pc:spChg chg="mod">
          <ac:chgData name="Anchita Sen" userId="ec2cba4e-add8-4009-88f3-a689ab6e4b2d" providerId="ADAL" clId="{8A89ABF0-6659-4737-93E5-243159F1B564}" dt="2025-11-08T10:03:34.521" v="754" actId="1076"/>
          <ac:spMkLst>
            <pc:docMk/>
            <pc:sldMk cId="0" sldId="371"/>
            <ac:spMk id="3077" creationId="{8BA77A27-C56D-44A7-B514-746D94482EC3}"/>
          </ac:spMkLst>
        </pc:spChg>
        <pc:spChg chg="mod">
          <ac:chgData name="Anchita Sen" userId="ec2cba4e-add8-4009-88f3-a689ab6e4b2d" providerId="ADAL" clId="{8A89ABF0-6659-4737-93E5-243159F1B564}" dt="2025-11-08T10:04:42.106" v="769" actId="2711"/>
          <ac:spMkLst>
            <pc:docMk/>
            <pc:sldMk cId="0" sldId="371"/>
            <ac:spMk id="3078" creationId="{C481FF19-226C-4573-9455-CC3ADC461850}"/>
          </ac:spMkLst>
        </pc:spChg>
        <pc:spChg chg="mod">
          <ac:chgData name="Anchita Sen" userId="ec2cba4e-add8-4009-88f3-a689ab6e4b2d" providerId="ADAL" clId="{8A89ABF0-6659-4737-93E5-243159F1B564}" dt="2025-11-08T10:04:36.385" v="768" actId="207"/>
          <ac:spMkLst>
            <pc:docMk/>
            <pc:sldMk cId="0" sldId="371"/>
            <ac:spMk id="3079" creationId="{5DB19595-F388-4847-AB6F-2670EE1502A2}"/>
          </ac:spMkLst>
        </pc:spChg>
        <pc:spChg chg="mod">
          <ac:chgData name="Anchita Sen" userId="ec2cba4e-add8-4009-88f3-a689ab6e4b2d" providerId="ADAL" clId="{8A89ABF0-6659-4737-93E5-243159F1B564}" dt="2025-11-08T10:05:50.131" v="780" actId="1076"/>
          <ac:spMkLst>
            <pc:docMk/>
            <pc:sldMk cId="0" sldId="371"/>
            <ac:spMk id="3080" creationId="{90BBAC6E-8F66-4403-A650-4EDDA010C2D1}"/>
          </ac:spMkLst>
        </pc:spChg>
        <pc:spChg chg="mod">
          <ac:chgData name="Anchita Sen" userId="ec2cba4e-add8-4009-88f3-a689ab6e4b2d" providerId="ADAL" clId="{8A89ABF0-6659-4737-93E5-243159F1B564}" dt="2025-11-08T10:03:54.337" v="758" actId="1076"/>
          <ac:spMkLst>
            <pc:docMk/>
            <pc:sldMk cId="0" sldId="371"/>
            <ac:spMk id="3081" creationId="{3A7C7154-44F0-4BF2-9D58-4E5B53A17E9A}"/>
          </ac:spMkLst>
        </pc:spChg>
        <pc:spChg chg="mod">
          <ac:chgData name="Anchita Sen" userId="ec2cba4e-add8-4009-88f3-a689ab6e4b2d" providerId="ADAL" clId="{8A89ABF0-6659-4737-93E5-243159F1B564}" dt="2025-11-08T10:03:49.265" v="757" actId="1076"/>
          <ac:spMkLst>
            <pc:docMk/>
            <pc:sldMk cId="0" sldId="371"/>
            <ac:spMk id="3082" creationId="{E05AD21F-8DEB-4348-A967-8C99E50B800C}"/>
          </ac:spMkLst>
        </pc:spChg>
        <pc:spChg chg="mod">
          <ac:chgData name="Anchita Sen" userId="ec2cba4e-add8-4009-88f3-a689ab6e4b2d" providerId="ADAL" clId="{8A89ABF0-6659-4737-93E5-243159F1B564}" dt="2025-11-08T10:05:09.088" v="773" actId="2711"/>
          <ac:spMkLst>
            <pc:docMk/>
            <pc:sldMk cId="0" sldId="371"/>
            <ac:spMk id="3083" creationId="{58B78E14-BAEC-474F-8A83-1E3887B4C13B}"/>
          </ac:spMkLst>
        </pc:spChg>
        <pc:spChg chg="mod">
          <ac:chgData name="Anchita Sen" userId="ec2cba4e-add8-4009-88f3-a689ab6e4b2d" providerId="ADAL" clId="{8A89ABF0-6659-4737-93E5-243159F1B564}" dt="2025-11-08T10:05:14.954" v="774" actId="2711"/>
          <ac:spMkLst>
            <pc:docMk/>
            <pc:sldMk cId="0" sldId="371"/>
            <ac:spMk id="3084" creationId="{E796B08B-9C11-49C9-A0B0-66DBCF997079}"/>
          </ac:spMkLst>
        </pc:spChg>
        <pc:spChg chg="mod">
          <ac:chgData name="Anchita Sen" userId="ec2cba4e-add8-4009-88f3-a689ab6e4b2d" providerId="ADAL" clId="{8A89ABF0-6659-4737-93E5-243159F1B564}" dt="2025-11-08T10:05:02.816" v="772" actId="2711"/>
          <ac:spMkLst>
            <pc:docMk/>
            <pc:sldMk cId="0" sldId="371"/>
            <ac:spMk id="3085" creationId="{FBA27718-A1A9-4FE6-A0E9-85F19594730E}"/>
          </ac:spMkLst>
        </pc:spChg>
        <pc:spChg chg="mod">
          <ac:chgData name="Anchita Sen" userId="ec2cba4e-add8-4009-88f3-a689ab6e4b2d" providerId="ADAL" clId="{8A89ABF0-6659-4737-93E5-243159F1B564}" dt="2025-11-08T10:04:01.961" v="760" actId="1076"/>
          <ac:spMkLst>
            <pc:docMk/>
            <pc:sldMk cId="0" sldId="371"/>
            <ac:spMk id="3086" creationId="{8482FF32-C820-4FA0-9B53-6E66B33453C1}"/>
          </ac:spMkLst>
        </pc:spChg>
        <pc:spChg chg="mod">
          <ac:chgData name="Anchita Sen" userId="ec2cba4e-add8-4009-88f3-a689ab6e4b2d" providerId="ADAL" clId="{8A89ABF0-6659-4737-93E5-243159F1B564}" dt="2025-11-08T10:04:05.013" v="761" actId="1076"/>
          <ac:spMkLst>
            <pc:docMk/>
            <pc:sldMk cId="0" sldId="371"/>
            <ac:spMk id="3087" creationId="{950A5059-3306-40E4-8CF8-8ECAFF432116}"/>
          </ac:spMkLst>
        </pc:spChg>
        <pc:spChg chg="mod">
          <ac:chgData name="Anchita Sen" userId="ec2cba4e-add8-4009-88f3-a689ab6e4b2d" providerId="ADAL" clId="{8A89ABF0-6659-4737-93E5-243159F1B564}" dt="2025-11-08T10:04:20.361" v="765" actId="1076"/>
          <ac:spMkLst>
            <pc:docMk/>
            <pc:sldMk cId="0" sldId="371"/>
            <ac:spMk id="3088" creationId="{0D5DD825-0C31-466F-8152-81D9F16F2DAA}"/>
          </ac:spMkLst>
        </pc:spChg>
        <pc:spChg chg="del">
          <ac:chgData name="Anchita Sen" userId="ec2cba4e-add8-4009-88f3-a689ab6e4b2d" providerId="ADAL" clId="{8A89ABF0-6659-4737-93E5-243159F1B564}" dt="2025-11-08T10:04:24.323" v="766" actId="478"/>
          <ac:spMkLst>
            <pc:docMk/>
            <pc:sldMk cId="0" sldId="371"/>
            <ac:spMk id="3089" creationId="{AA8D6A14-22B6-4C17-9B57-1F80367F396B}"/>
          </ac:spMkLst>
        </pc:spChg>
        <pc:spChg chg="mod">
          <ac:chgData name="Anchita Sen" userId="ec2cba4e-add8-4009-88f3-a689ab6e4b2d" providerId="ADAL" clId="{8A89ABF0-6659-4737-93E5-243159F1B564}" dt="2025-11-08T10:05:25.995" v="776" actId="1076"/>
          <ac:spMkLst>
            <pc:docMk/>
            <pc:sldMk cId="0" sldId="371"/>
            <ac:spMk id="3090" creationId="{2B966890-A0C8-4EFB-B793-BC61B840161E}"/>
          </ac:spMkLst>
        </pc:spChg>
        <pc:spChg chg="mod">
          <ac:chgData name="Anchita Sen" userId="ec2cba4e-add8-4009-88f3-a689ab6e4b2d" providerId="ADAL" clId="{8A89ABF0-6659-4737-93E5-243159F1B564}" dt="2025-11-08T10:04:56.546" v="771" actId="2711"/>
          <ac:spMkLst>
            <pc:docMk/>
            <pc:sldMk cId="0" sldId="371"/>
            <ac:spMk id="3091" creationId="{4C5C4DB5-8CA8-47E1-AEEF-D2F8E974CC1C}"/>
          </ac:spMkLst>
        </pc:spChg>
        <pc:spChg chg="mod">
          <ac:chgData name="Anchita Sen" userId="ec2cba4e-add8-4009-88f3-a689ab6e4b2d" providerId="ADAL" clId="{8A89ABF0-6659-4737-93E5-243159F1B564}" dt="2025-11-08T10:05:35.950" v="778" actId="1076"/>
          <ac:spMkLst>
            <pc:docMk/>
            <pc:sldMk cId="0" sldId="371"/>
            <ac:spMk id="3092" creationId="{81DFD755-5479-4814-9981-1CEF5B6D970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3FBA1-B02B-42BB-BB41-A6DCE984DB7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C72B3-D6B7-4EA8-80ED-30C1AB20E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89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650266" y="4089455"/>
            <a:ext cx="3429000" cy="1143000"/>
          </a:xfrm>
          <a:custGeom>
            <a:avLst/>
            <a:gdLst/>
            <a:ahLst/>
            <a:cxnLst/>
            <a:rect l="0" t="0" r="0" b="0"/>
            <a:pathLst>
              <a:path w="3429000" h="1143000">
                <a:moveTo>
                  <a:pt x="3429000" y="457276"/>
                </a:moveTo>
                <a:cubicBezTo>
                  <a:pt x="3294964" y="457276"/>
                  <a:pt x="3166643" y="511606"/>
                  <a:pt x="3073355" y="607847"/>
                </a:cubicBezTo>
                <a:lnTo>
                  <a:pt x="2968371" y="714451"/>
                </a:lnTo>
                <a:cubicBezTo>
                  <a:pt x="2702842" y="988380"/>
                  <a:pt x="2337635" y="1143000"/>
                  <a:pt x="1956139" y="1143000"/>
                </a:cubicBezTo>
                <a:lnTo>
                  <a:pt x="0" y="1143000"/>
                </a:lnTo>
                <a:lnTo>
                  <a:pt x="295275" y="685800"/>
                </a:lnTo>
                <a:lnTo>
                  <a:pt x="0" y="228600"/>
                </a:lnTo>
                <a:lnTo>
                  <a:pt x="1956139" y="228600"/>
                </a:lnTo>
                <a:cubicBezTo>
                  <a:pt x="2090185" y="228600"/>
                  <a:pt x="2218496" y="174269"/>
                  <a:pt x="2311793" y="78028"/>
                </a:cubicBezTo>
                <a:lnTo>
                  <a:pt x="2388631" y="0"/>
                </a:lnTo>
                <a:lnTo>
                  <a:pt x="2416768" y="28575"/>
                </a:lnTo>
                <a:cubicBezTo>
                  <a:pt x="2682297" y="302504"/>
                  <a:pt x="3047504" y="457123"/>
                  <a:pt x="3429000" y="457123"/>
                </a:cubicBezTo>
              </a:path>
            </a:pathLst>
          </a:custGeom>
          <a:solidFill>
            <a:srgbClr val="C8FFE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65822" y="3784887"/>
            <a:ext cx="3429000" cy="1143000"/>
          </a:xfrm>
          <a:custGeom>
            <a:avLst/>
            <a:gdLst/>
            <a:ahLst/>
            <a:cxnLst/>
            <a:rect l="0" t="0" r="0" b="0"/>
            <a:pathLst>
              <a:path w="3429000" h="1143000">
                <a:moveTo>
                  <a:pt x="3429000" y="457122"/>
                </a:moveTo>
                <a:lnTo>
                  <a:pt x="3429000" y="457277"/>
                </a:lnTo>
                <a:cubicBezTo>
                  <a:pt x="3294960" y="457277"/>
                  <a:pt x="3166644" y="511602"/>
                  <a:pt x="3073352" y="607849"/>
                </a:cubicBezTo>
                <a:lnTo>
                  <a:pt x="2968368" y="714447"/>
                </a:lnTo>
                <a:cubicBezTo>
                  <a:pt x="2702847" y="988379"/>
                  <a:pt x="2337638" y="1143000"/>
                  <a:pt x="1956141" y="1143000"/>
                </a:cubicBezTo>
                <a:lnTo>
                  <a:pt x="0" y="1143000"/>
                </a:lnTo>
                <a:lnTo>
                  <a:pt x="295276" y="685800"/>
                </a:lnTo>
                <a:lnTo>
                  <a:pt x="0" y="228600"/>
                </a:lnTo>
                <a:lnTo>
                  <a:pt x="1956141" y="228600"/>
                </a:lnTo>
                <a:cubicBezTo>
                  <a:pt x="2090181" y="228600"/>
                  <a:pt x="2218497" y="174274"/>
                  <a:pt x="2311788" y="78027"/>
                </a:cubicBezTo>
                <a:lnTo>
                  <a:pt x="2388635" y="0"/>
                </a:lnTo>
                <a:lnTo>
                  <a:pt x="2416773" y="28570"/>
                </a:lnTo>
                <a:cubicBezTo>
                  <a:pt x="2682294" y="302502"/>
                  <a:pt x="3047502" y="457122"/>
                  <a:pt x="3429000" y="457122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650266" y="2258946"/>
            <a:ext cx="5467350" cy="1600123"/>
          </a:xfrm>
          <a:custGeom>
            <a:avLst/>
            <a:gdLst/>
            <a:ahLst/>
            <a:cxnLst/>
            <a:rect l="0" t="0" r="0" b="0"/>
            <a:pathLst>
              <a:path w="5467350" h="1600123">
                <a:moveTo>
                  <a:pt x="5170703" y="1600123"/>
                </a:moveTo>
                <a:lnTo>
                  <a:pt x="3429000" y="1600123"/>
                </a:lnTo>
                <a:cubicBezTo>
                  <a:pt x="3047504" y="1600123"/>
                  <a:pt x="2682297" y="1445504"/>
                  <a:pt x="2416768" y="1171565"/>
                </a:cubicBezTo>
                <a:lnTo>
                  <a:pt x="2311793" y="1064971"/>
                </a:lnTo>
                <a:cubicBezTo>
                  <a:pt x="2218496" y="968721"/>
                  <a:pt x="2090185" y="914400"/>
                  <a:pt x="1956139" y="914400"/>
                </a:cubicBezTo>
                <a:lnTo>
                  <a:pt x="0" y="914400"/>
                </a:lnTo>
                <a:lnTo>
                  <a:pt x="295275" y="457200"/>
                </a:lnTo>
                <a:lnTo>
                  <a:pt x="0" y="0"/>
                </a:lnTo>
                <a:lnTo>
                  <a:pt x="1956139" y="0"/>
                </a:lnTo>
                <a:cubicBezTo>
                  <a:pt x="2337635" y="0"/>
                  <a:pt x="2702842" y="154619"/>
                  <a:pt x="2968371" y="428548"/>
                </a:cubicBezTo>
                <a:lnTo>
                  <a:pt x="3073355" y="535152"/>
                </a:lnTo>
                <a:cubicBezTo>
                  <a:pt x="3166643" y="631393"/>
                  <a:pt x="3294964" y="685723"/>
                  <a:pt x="3429000" y="685723"/>
                </a:cubicBezTo>
                <a:lnTo>
                  <a:pt x="5170703" y="685723"/>
                </a:lnTo>
                <a:lnTo>
                  <a:pt x="5467350" y="1143380"/>
                </a:lnTo>
                <a:lnTo>
                  <a:pt x="5170703" y="1600123"/>
                </a:ln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65822" y="2641887"/>
            <a:ext cx="5467350" cy="1600122"/>
          </a:xfrm>
          <a:custGeom>
            <a:avLst/>
            <a:gdLst/>
            <a:ahLst/>
            <a:cxnLst/>
            <a:rect l="0" t="0" r="0" b="0"/>
            <a:pathLst>
              <a:path w="5467350" h="1600122">
                <a:moveTo>
                  <a:pt x="5170699" y="1600122"/>
                </a:moveTo>
                <a:lnTo>
                  <a:pt x="3429000" y="1600122"/>
                </a:lnTo>
                <a:cubicBezTo>
                  <a:pt x="3047502" y="1600122"/>
                  <a:pt x="2682294" y="1445502"/>
                  <a:pt x="2416773" y="1171570"/>
                </a:cubicBezTo>
                <a:lnTo>
                  <a:pt x="2311788" y="1064972"/>
                </a:lnTo>
                <a:cubicBezTo>
                  <a:pt x="2218497" y="968725"/>
                  <a:pt x="2090181" y="914400"/>
                  <a:pt x="1956141" y="914400"/>
                </a:cubicBezTo>
                <a:lnTo>
                  <a:pt x="0" y="914399"/>
                </a:lnTo>
                <a:lnTo>
                  <a:pt x="295276" y="457199"/>
                </a:lnTo>
                <a:lnTo>
                  <a:pt x="0" y="0"/>
                </a:lnTo>
                <a:lnTo>
                  <a:pt x="1956141" y="0"/>
                </a:lnTo>
                <a:cubicBezTo>
                  <a:pt x="2337638" y="0"/>
                  <a:pt x="2702847" y="154620"/>
                  <a:pt x="2968368" y="428552"/>
                </a:cubicBezTo>
                <a:lnTo>
                  <a:pt x="3073352" y="535150"/>
                </a:lnTo>
                <a:cubicBezTo>
                  <a:pt x="3166644" y="631397"/>
                  <a:pt x="3294960" y="685722"/>
                  <a:pt x="3429000" y="685722"/>
                </a:cubicBezTo>
                <a:lnTo>
                  <a:pt x="5170699" y="685722"/>
                </a:lnTo>
                <a:lnTo>
                  <a:pt x="5467350" y="1143381"/>
                </a:lnTo>
                <a:lnTo>
                  <a:pt x="5170699" y="1600122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298779" y="3332530"/>
            <a:ext cx="1005905" cy="916108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247650" y="19050"/>
                </a:moveTo>
                <a:cubicBezTo>
                  <a:pt x="247650" y="8524"/>
                  <a:pt x="239125" y="0"/>
                  <a:pt x="228600" y="0"/>
                </a:cubicBezTo>
                <a:cubicBezTo>
                  <a:pt x="218074" y="0"/>
                  <a:pt x="209550" y="8524"/>
                  <a:pt x="209550" y="19050"/>
                </a:cubicBezTo>
                <a:lnTo>
                  <a:pt x="209550" y="29470"/>
                </a:lnTo>
                <a:cubicBezTo>
                  <a:pt x="114300" y="38461"/>
                  <a:pt x="38480" y="114280"/>
                  <a:pt x="29470" y="209550"/>
                </a:cubicBezTo>
                <a:lnTo>
                  <a:pt x="19050" y="209550"/>
                </a:lnTo>
                <a:cubicBezTo>
                  <a:pt x="8524" y="209550"/>
                  <a:pt x="0" y="218074"/>
                  <a:pt x="0" y="228600"/>
                </a:cubicBezTo>
                <a:cubicBezTo>
                  <a:pt x="0" y="239125"/>
                  <a:pt x="8524" y="247650"/>
                  <a:pt x="19050" y="247650"/>
                </a:cubicBezTo>
                <a:lnTo>
                  <a:pt x="29470" y="247650"/>
                </a:lnTo>
                <a:cubicBezTo>
                  <a:pt x="38461" y="342900"/>
                  <a:pt x="114280" y="418718"/>
                  <a:pt x="209550" y="427729"/>
                </a:cubicBezTo>
                <a:lnTo>
                  <a:pt x="209550" y="438150"/>
                </a:lnTo>
                <a:cubicBezTo>
                  <a:pt x="209550" y="448675"/>
                  <a:pt x="218074" y="457200"/>
                  <a:pt x="228600" y="457200"/>
                </a:cubicBezTo>
                <a:cubicBezTo>
                  <a:pt x="239125" y="457200"/>
                  <a:pt x="247650" y="448675"/>
                  <a:pt x="247650" y="438150"/>
                </a:cubicBezTo>
                <a:lnTo>
                  <a:pt x="247650" y="427729"/>
                </a:lnTo>
                <a:cubicBezTo>
                  <a:pt x="342900" y="418718"/>
                  <a:pt x="418719" y="342919"/>
                  <a:pt x="427729" y="247650"/>
                </a:cubicBezTo>
                <a:lnTo>
                  <a:pt x="438150" y="247650"/>
                </a:lnTo>
                <a:cubicBezTo>
                  <a:pt x="448675" y="247650"/>
                  <a:pt x="457200" y="239125"/>
                  <a:pt x="457200" y="228600"/>
                </a:cubicBezTo>
                <a:cubicBezTo>
                  <a:pt x="457200" y="218074"/>
                  <a:pt x="448675" y="209550"/>
                  <a:pt x="438150" y="209550"/>
                </a:cubicBezTo>
                <a:lnTo>
                  <a:pt x="427729" y="209550"/>
                </a:lnTo>
                <a:cubicBezTo>
                  <a:pt x="418719" y="114300"/>
                  <a:pt x="342919" y="38480"/>
                  <a:pt x="247650" y="29470"/>
                </a:cubicBezTo>
                <a:lnTo>
                  <a:pt x="247650" y="19050"/>
                </a:lnTo>
                <a:moveTo>
                  <a:pt x="67779" y="209550"/>
                </a:moveTo>
                <a:cubicBezTo>
                  <a:pt x="76609" y="135216"/>
                  <a:pt x="135216" y="76609"/>
                  <a:pt x="209550" y="67779"/>
                </a:cubicBezTo>
                <a:lnTo>
                  <a:pt x="209550" y="76200"/>
                </a:lnTo>
                <a:cubicBezTo>
                  <a:pt x="209550" y="86725"/>
                  <a:pt x="218074" y="95250"/>
                  <a:pt x="228600" y="95250"/>
                </a:cubicBezTo>
                <a:cubicBezTo>
                  <a:pt x="239125" y="95250"/>
                  <a:pt x="247650" y="86725"/>
                  <a:pt x="247650" y="76200"/>
                </a:cubicBezTo>
                <a:lnTo>
                  <a:pt x="247650" y="67779"/>
                </a:lnTo>
                <a:cubicBezTo>
                  <a:pt x="321983" y="76609"/>
                  <a:pt x="380590" y="135216"/>
                  <a:pt x="389420" y="209550"/>
                </a:cubicBezTo>
                <a:lnTo>
                  <a:pt x="381000" y="209550"/>
                </a:lnTo>
                <a:cubicBezTo>
                  <a:pt x="370474" y="209550"/>
                  <a:pt x="361950" y="218074"/>
                  <a:pt x="361950" y="228600"/>
                </a:cubicBezTo>
                <a:cubicBezTo>
                  <a:pt x="361950" y="239125"/>
                  <a:pt x="370474" y="247650"/>
                  <a:pt x="381000" y="247650"/>
                </a:cubicBezTo>
                <a:lnTo>
                  <a:pt x="389420" y="247650"/>
                </a:lnTo>
                <a:cubicBezTo>
                  <a:pt x="380590" y="321983"/>
                  <a:pt x="321983" y="380590"/>
                  <a:pt x="247650" y="389420"/>
                </a:cubicBezTo>
                <a:lnTo>
                  <a:pt x="247650" y="381000"/>
                </a:lnTo>
                <a:cubicBezTo>
                  <a:pt x="247650" y="370474"/>
                  <a:pt x="239125" y="361950"/>
                  <a:pt x="228600" y="361950"/>
                </a:cubicBezTo>
                <a:cubicBezTo>
                  <a:pt x="218074" y="361950"/>
                  <a:pt x="209550" y="370474"/>
                  <a:pt x="209550" y="381000"/>
                </a:cubicBezTo>
                <a:lnTo>
                  <a:pt x="209550" y="389420"/>
                </a:lnTo>
                <a:cubicBezTo>
                  <a:pt x="135216" y="380590"/>
                  <a:pt x="76609" y="321983"/>
                  <a:pt x="67779" y="247650"/>
                </a:cubicBezTo>
                <a:lnTo>
                  <a:pt x="76200" y="247650"/>
                </a:lnTo>
                <a:cubicBezTo>
                  <a:pt x="86725" y="247650"/>
                  <a:pt x="95250" y="239125"/>
                  <a:pt x="95250" y="228600"/>
                </a:cubicBezTo>
                <a:cubicBezTo>
                  <a:pt x="95250" y="218074"/>
                  <a:pt x="86725" y="209550"/>
                  <a:pt x="76200" y="209550"/>
                </a:cubicBezTo>
                <a:lnTo>
                  <a:pt x="67779" y="209550"/>
                </a:lnTo>
                <a:moveTo>
                  <a:pt x="228600" y="136912"/>
                </a:moveTo>
                <a:lnTo>
                  <a:pt x="133350" y="189299"/>
                </a:lnTo>
                <a:lnTo>
                  <a:pt x="133350" y="215512"/>
                </a:lnTo>
                <a:lnTo>
                  <a:pt x="151504" y="215512"/>
                </a:lnTo>
                <a:lnTo>
                  <a:pt x="151504" y="300037"/>
                </a:lnTo>
                <a:lnTo>
                  <a:pt x="133350" y="300037"/>
                </a:lnTo>
                <a:cubicBezTo>
                  <a:pt x="125463" y="300037"/>
                  <a:pt x="119062" y="306438"/>
                  <a:pt x="119062" y="314325"/>
                </a:cubicBezTo>
                <a:cubicBezTo>
                  <a:pt x="119062" y="322211"/>
                  <a:pt x="125463" y="328612"/>
                  <a:pt x="133350" y="328612"/>
                </a:cubicBezTo>
                <a:lnTo>
                  <a:pt x="323850" y="328612"/>
                </a:lnTo>
                <a:cubicBezTo>
                  <a:pt x="331736" y="328612"/>
                  <a:pt x="338137" y="322211"/>
                  <a:pt x="338137" y="314325"/>
                </a:cubicBezTo>
                <a:cubicBezTo>
                  <a:pt x="338137" y="306438"/>
                  <a:pt x="331736" y="300037"/>
                  <a:pt x="323850" y="300037"/>
                </a:cubicBezTo>
                <a:lnTo>
                  <a:pt x="305695" y="300037"/>
                </a:lnTo>
                <a:lnTo>
                  <a:pt x="305695" y="219075"/>
                </a:lnTo>
                <a:cubicBezTo>
                  <a:pt x="305695" y="217865"/>
                  <a:pt x="305542" y="216665"/>
                  <a:pt x="305238" y="215493"/>
                </a:cubicBezTo>
                <a:lnTo>
                  <a:pt x="323850" y="215493"/>
                </a:lnTo>
                <a:lnTo>
                  <a:pt x="323850" y="189318"/>
                </a:lnTo>
                <a:lnTo>
                  <a:pt x="228600" y="136931"/>
                </a:lnTo>
                <a:moveTo>
                  <a:pt x="242887" y="300037"/>
                </a:moveTo>
                <a:lnTo>
                  <a:pt x="242887" y="219075"/>
                </a:lnTo>
                <a:cubicBezTo>
                  <a:pt x="242887" y="217836"/>
                  <a:pt x="242735" y="216636"/>
                  <a:pt x="242430" y="215493"/>
                </a:cubicBezTo>
                <a:lnTo>
                  <a:pt x="277558" y="215493"/>
                </a:lnTo>
                <a:cubicBezTo>
                  <a:pt x="277272" y="216636"/>
                  <a:pt x="277120" y="217836"/>
                  <a:pt x="277120" y="219075"/>
                </a:cubicBezTo>
                <a:lnTo>
                  <a:pt x="277120" y="300037"/>
                </a:lnTo>
                <a:lnTo>
                  <a:pt x="242887" y="300037"/>
                </a:lnTo>
                <a:moveTo>
                  <a:pt x="214769" y="215493"/>
                </a:moveTo>
                <a:cubicBezTo>
                  <a:pt x="214464" y="216665"/>
                  <a:pt x="214312" y="217865"/>
                  <a:pt x="214312" y="219075"/>
                </a:cubicBezTo>
                <a:lnTo>
                  <a:pt x="214312" y="300037"/>
                </a:lnTo>
                <a:lnTo>
                  <a:pt x="180079" y="300037"/>
                </a:lnTo>
                <a:lnTo>
                  <a:pt x="180079" y="215493"/>
                </a:lnTo>
                <a:lnTo>
                  <a:pt x="214750" y="215493"/>
                </a:lnTo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890" y="586197"/>
            <a:ext cx="3126882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IN" sz="2400" b="1" dirty="0">
                <a:solidFill>
                  <a:srgbClr val="484848"/>
                </a:solidFill>
                <a:latin typeface="Arial Black" panose="020B0A04020102020204" pitchFamily="34" charset="0"/>
              </a:rPr>
              <a:t>Defining </a:t>
            </a:r>
            <a:r>
              <a:rPr sz="2400" b="1" dirty="0">
                <a:solidFill>
                  <a:srgbClr val="484848"/>
                </a:solidFill>
                <a:latin typeface="Arial Black" panose="020B0A04020102020204" pitchFamily="34" charset="0"/>
              </a:rPr>
              <a:t>Terrorism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9597" y="2191972"/>
            <a:ext cx="2035814" cy="923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484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Defines terrorism
as systematic use
of terror.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7628" y="2411501"/>
            <a:ext cx="1454372" cy="6155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484848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Webster
Dictionary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7900" y="3625149"/>
            <a:ext cx="1368452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2000" b="1" dirty="0">
                <a:solidFill>
                  <a:srgbClr val="E55753"/>
                </a:solidFill>
                <a:latin typeface="Arial Black" panose="020B0A04020102020204" pitchFamily="34" charset="0"/>
              </a:rPr>
              <a:t>Terrorism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56" y="4081948"/>
            <a:ext cx="1950855" cy="12311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GB" sz="2000" b="0" dirty="0">
                <a:solidFill>
                  <a:srgbClr val="484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Defines terrorism
as unlawful force
for political
objectives.</a:t>
            </a:r>
            <a:endParaRPr sz="2000" b="0" dirty="0">
              <a:solidFill>
                <a:srgbClr val="48484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42072" y="4389724"/>
            <a:ext cx="469680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484848"/>
                </a:solidFill>
                <a:latin typeface="Arial Black" panose="020B0A04020102020204" pitchFamily="34" charset="0"/>
              </a:rPr>
              <a:t>FBI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39905" y="2235897"/>
            <a:ext cx="256679" cy="699206"/>
          </a:xfrm>
          <a:custGeom>
            <a:avLst/>
            <a:gdLst/>
            <a:ahLst/>
            <a:cxnLst/>
            <a:rect l="0" t="0" r="0" b="0"/>
            <a:pathLst>
              <a:path w="256679" h="699206">
                <a:moveTo>
                  <a:pt x="128345" y="699206"/>
                </a:moveTo>
                <a:lnTo>
                  <a:pt x="128345" y="6925"/>
                </a:lnTo>
                <a:moveTo>
                  <a:pt x="0" y="145960"/>
                </a:moveTo>
                <a:lnTo>
                  <a:pt x="128339" y="0"/>
                </a:lnTo>
                <a:lnTo>
                  <a:pt x="256679" y="145960"/>
                </a:lnTo>
              </a:path>
            </a:pathLst>
          </a:custGeom>
          <a:noFill/>
          <a:ln w="1314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7443" y="2603033"/>
            <a:ext cx="453936" cy="535626"/>
          </a:xfrm>
          <a:custGeom>
            <a:avLst/>
            <a:gdLst/>
            <a:ahLst/>
            <a:cxnLst/>
            <a:rect l="0" t="0" r="0" b="0"/>
            <a:pathLst>
              <a:path w="453936" h="535626">
                <a:moveTo>
                  <a:pt x="0" y="535626"/>
                </a:moveTo>
                <a:lnTo>
                  <a:pt x="444981" y="5348"/>
                </a:lnTo>
                <a:moveTo>
                  <a:pt x="257306" y="29279"/>
                </a:moveTo>
                <a:lnTo>
                  <a:pt x="449465" y="0"/>
                </a:lnTo>
                <a:lnTo>
                  <a:pt x="453936" y="194350"/>
                </a:lnTo>
              </a:path>
            </a:pathLst>
          </a:custGeom>
          <a:noFill/>
          <a:ln w="1314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24991" y="3431543"/>
            <a:ext cx="688593" cy="252822"/>
          </a:xfrm>
          <a:custGeom>
            <a:avLst/>
            <a:gdLst/>
            <a:ahLst/>
            <a:cxnLst/>
            <a:rect l="0" t="0" r="0" b="0"/>
            <a:pathLst>
              <a:path w="688593" h="252822">
                <a:moveTo>
                  <a:pt x="0" y="222489"/>
                </a:moveTo>
                <a:lnTo>
                  <a:pt x="681760" y="102215"/>
                </a:lnTo>
                <a:moveTo>
                  <a:pt x="522557" y="0"/>
                </a:moveTo>
                <a:lnTo>
                  <a:pt x="688593" y="101076"/>
                </a:lnTo>
                <a:lnTo>
                  <a:pt x="567178" y="252822"/>
                </a:lnTo>
              </a:path>
            </a:pathLst>
          </a:custGeom>
          <a:noFill/>
          <a:ln w="1314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221706" y="4240065"/>
            <a:ext cx="605511" cy="387825"/>
          </a:xfrm>
          <a:custGeom>
            <a:avLst/>
            <a:gdLst/>
            <a:ahLst/>
            <a:cxnLst/>
            <a:rect l="0" t="0" r="0" b="0"/>
            <a:pathLst>
              <a:path w="605511" h="387825">
                <a:moveTo>
                  <a:pt x="0" y="0"/>
                </a:moveTo>
                <a:lnTo>
                  <a:pt x="599444" y="346096"/>
                </a:lnTo>
                <a:moveTo>
                  <a:pt x="543269" y="165422"/>
                </a:moveTo>
                <a:lnTo>
                  <a:pt x="605511" y="349603"/>
                </a:lnTo>
                <a:lnTo>
                  <a:pt x="414930" y="387825"/>
                </a:lnTo>
              </a:path>
            </a:pathLst>
          </a:custGeom>
          <a:noFill/>
          <a:ln w="1314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65758" y="4622630"/>
            <a:ext cx="309874" cy="656952"/>
          </a:xfrm>
          <a:custGeom>
            <a:avLst/>
            <a:gdLst/>
            <a:ahLst/>
            <a:cxnLst/>
            <a:rect l="0" t="0" r="0" b="0"/>
            <a:pathLst>
              <a:path w="309874" h="656952">
                <a:moveTo>
                  <a:pt x="0" y="0"/>
                </a:moveTo>
                <a:lnTo>
                  <a:pt x="236779" y="650464"/>
                </a:lnTo>
                <a:moveTo>
                  <a:pt x="309874" y="475926"/>
                </a:moveTo>
                <a:lnTo>
                  <a:pt x="239130" y="656952"/>
                </a:lnTo>
                <a:lnTo>
                  <a:pt x="68624" y="563765"/>
                </a:lnTo>
              </a:path>
            </a:pathLst>
          </a:custGeom>
          <a:noFill/>
          <a:ln w="1314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60797" y="4622630"/>
            <a:ext cx="309889" cy="656952"/>
          </a:xfrm>
          <a:custGeom>
            <a:avLst/>
            <a:gdLst/>
            <a:ahLst/>
            <a:cxnLst/>
            <a:rect l="0" t="0" r="0" b="0"/>
            <a:pathLst>
              <a:path w="309889" h="656952">
                <a:moveTo>
                  <a:pt x="309889" y="0"/>
                </a:moveTo>
                <a:lnTo>
                  <a:pt x="73110" y="650464"/>
                </a:lnTo>
                <a:moveTo>
                  <a:pt x="241250" y="563765"/>
                </a:moveTo>
                <a:lnTo>
                  <a:pt x="70744" y="656952"/>
                </a:lnTo>
                <a:lnTo>
                  <a:pt x="0" y="475926"/>
                </a:lnTo>
              </a:path>
            </a:pathLst>
          </a:custGeom>
          <a:noFill/>
          <a:ln w="1314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09291" y="4240065"/>
            <a:ext cx="605505" cy="387825"/>
          </a:xfrm>
          <a:custGeom>
            <a:avLst/>
            <a:gdLst/>
            <a:ahLst/>
            <a:cxnLst/>
            <a:rect l="0" t="0" r="0" b="0"/>
            <a:pathLst>
              <a:path w="605505" h="387825">
                <a:moveTo>
                  <a:pt x="605505" y="0"/>
                </a:moveTo>
                <a:lnTo>
                  <a:pt x="6061" y="346096"/>
                </a:lnTo>
                <a:moveTo>
                  <a:pt x="190580" y="387825"/>
                </a:moveTo>
                <a:lnTo>
                  <a:pt x="0" y="349603"/>
                </a:lnTo>
                <a:lnTo>
                  <a:pt x="62241" y="165422"/>
                </a:lnTo>
              </a:path>
            </a:pathLst>
          </a:custGeom>
          <a:noFill/>
          <a:ln w="1314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22900" y="3431543"/>
            <a:ext cx="688609" cy="252822"/>
          </a:xfrm>
          <a:custGeom>
            <a:avLst/>
            <a:gdLst/>
            <a:ahLst/>
            <a:cxnLst/>
            <a:rect l="0" t="0" r="0" b="0"/>
            <a:pathLst>
              <a:path w="688609" h="252822">
                <a:moveTo>
                  <a:pt x="688609" y="222489"/>
                </a:moveTo>
                <a:lnTo>
                  <a:pt x="6848" y="102215"/>
                </a:lnTo>
                <a:moveTo>
                  <a:pt x="121414" y="252822"/>
                </a:moveTo>
                <a:lnTo>
                  <a:pt x="0" y="101076"/>
                </a:lnTo>
                <a:lnTo>
                  <a:pt x="166035" y="0"/>
                </a:lnTo>
              </a:path>
            </a:pathLst>
          </a:custGeom>
          <a:noFill/>
          <a:ln w="1314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55116" y="2603033"/>
            <a:ext cx="453918" cy="535626"/>
          </a:xfrm>
          <a:custGeom>
            <a:avLst/>
            <a:gdLst/>
            <a:ahLst/>
            <a:cxnLst/>
            <a:rect l="0" t="0" r="0" b="0"/>
            <a:pathLst>
              <a:path w="453918" h="535626">
                <a:moveTo>
                  <a:pt x="453918" y="535626"/>
                </a:moveTo>
                <a:lnTo>
                  <a:pt x="8937" y="5348"/>
                </a:lnTo>
                <a:moveTo>
                  <a:pt x="0" y="194350"/>
                </a:moveTo>
                <a:lnTo>
                  <a:pt x="4470" y="0"/>
                </a:lnTo>
                <a:lnTo>
                  <a:pt x="196629" y="29279"/>
                </a:lnTo>
              </a:path>
            </a:pathLst>
          </a:custGeom>
          <a:noFill/>
          <a:ln w="1314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95866" y="228662"/>
            <a:ext cx="2662973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rgbClr val="484848"/>
                </a:solidFill>
                <a:latin typeface="Arial Black" panose="020B0A04020102020204" pitchFamily="34" charset="0"/>
              </a:rPr>
              <a:t>Types of Terrorism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5" y="3192571"/>
            <a:ext cx="1614675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rgbClr val="7F64EA"/>
                </a:solidFill>
                <a:latin typeface="Arial Black" panose="020B0A04020102020204" pitchFamily="34" charset="0"/>
              </a:rPr>
              <a:t>Left Wing
Terrorism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4118" y="3192571"/>
            <a:ext cx="2578480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DE8431"/>
                </a:solidFill>
                <a:latin typeface="Arial Black" panose="020B0A04020102020204" pitchFamily="34" charset="0"/>
              </a:rPr>
              <a:t>State Directed
Terrorism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3906" y="2246992"/>
            <a:ext cx="1202830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Roboto"/>
              </a:rPr>
              <a:t>Terrorism within a
country's borders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3398" y="5890975"/>
            <a:ext cx="1561902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Roboto"/>
              </a:rPr>
              <a:t>Terrorism focused on a
specific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540" y="3663616"/>
            <a:ext cx="1305422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 dirty="0">
                <a:solidFill>
                  <a:srgbClr val="484848"/>
                </a:solidFill>
                <a:latin typeface="Roboto"/>
              </a:rPr>
              <a:t>Terrorism driven by
left-wing ideologies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4118" y="3629263"/>
            <a:ext cx="153625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Roboto"/>
              </a:rPr>
              <a:t>Terrorism orchestrated
by a government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9965" y="1239587"/>
            <a:ext cx="1362425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4E88E7"/>
                </a:solidFill>
                <a:latin typeface="Arial Black" panose="020B0A04020102020204" pitchFamily="34" charset="0"/>
              </a:rPr>
              <a:t>International
Terrorism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1729" y="2281861"/>
            <a:ext cx="1553888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Roboto"/>
              </a:rPr>
              <a:t>Terrorism motivated by
religious beliefs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4658" y="4402331"/>
            <a:ext cx="1138133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rgbClr val="92BD39"/>
                </a:solidFill>
                <a:latin typeface="Arial Black" panose="020B0A04020102020204" pitchFamily="34" charset="0"/>
              </a:rPr>
              <a:t>Right Wing
Terrorism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3725" y="4402331"/>
            <a:ext cx="174066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E0CB15"/>
                </a:solidFill>
                <a:latin typeface="Arial Black" panose="020B0A04020102020204" pitchFamily="34" charset="0"/>
              </a:rPr>
              <a:t>State Sponsored
Terrorism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5144" y="1965279"/>
            <a:ext cx="208031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3CC583"/>
                </a:solidFill>
                <a:latin typeface="Arial Black" panose="020B0A04020102020204" pitchFamily="34" charset="0"/>
              </a:rPr>
              <a:t>Domestic Terrorism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9235" y="1965279"/>
            <a:ext cx="205466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rgbClr val="BA5DE5"/>
                </a:solidFill>
                <a:latin typeface="Arial Black" panose="020B0A04020102020204" pitchFamily="34" charset="0"/>
              </a:rPr>
              <a:t>Religious Terrorism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6417" y="4837459"/>
            <a:ext cx="1394613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Roboto"/>
              </a:rPr>
              <a:t>Terrorism driven by
right-wing ideologies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1777" y="4873376"/>
            <a:ext cx="1569917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484848"/>
                </a:solidFill>
                <a:latin typeface="Roboto"/>
              </a:rPr>
              <a:t>Terrorism supported by
a government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98255" y="5384164"/>
            <a:ext cx="172130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dirty="0" err="1">
                <a:solidFill>
                  <a:srgbClr val="DE58A9"/>
                </a:solidFill>
                <a:latin typeface="Arial Black" panose="020B0A04020102020204" pitchFamily="34" charset="0"/>
              </a:rPr>
              <a:t>Narco</a:t>
            </a:r>
            <a:r>
              <a:rPr sz="1500" b="1" dirty="0">
                <a:solidFill>
                  <a:srgbClr val="DE58A9"/>
                </a:solidFill>
                <a:latin typeface="Arial Black" panose="020B0A04020102020204" pitchFamily="34" charset="0"/>
              </a:rPr>
              <a:t> Terrorism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6957" y="5375398"/>
            <a:ext cx="1284262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1EABDA"/>
                </a:solidFill>
                <a:latin typeface="Arial Black" panose="020B0A04020102020204" pitchFamily="34" charset="0"/>
              </a:rPr>
              <a:t>Single Issue
Terrorism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2119" y="1709915"/>
            <a:ext cx="151220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Roboto"/>
              </a:rPr>
              <a:t>Terrorism that crosses
national borders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30932" y="5685965"/>
            <a:ext cx="1356718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Roboto"/>
              </a:rPr>
              <a:t>Terrorism funded by
drug trafficking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78010" y="3429000"/>
            <a:ext cx="983162" cy="917134"/>
          </a:xfrm>
          <a:custGeom>
            <a:avLst/>
            <a:gdLst/>
            <a:ahLst/>
            <a:cxnLst/>
            <a:rect l="0" t="0" r="0" b="0"/>
            <a:pathLst>
              <a:path w="606314" h="605182">
                <a:moveTo>
                  <a:pt x="606187" y="301585"/>
                </a:moveTo>
                <a:cubicBezTo>
                  <a:pt x="606274" y="469170"/>
                  <a:pt x="470490" y="605095"/>
                  <a:pt x="302906" y="605182"/>
                </a:cubicBezTo>
                <a:cubicBezTo>
                  <a:pt x="134600" y="602387"/>
                  <a:pt x="0" y="464465"/>
                  <a:pt x="1307" y="296141"/>
                </a:cubicBezTo>
                <a:cubicBezTo>
                  <a:pt x="1442" y="135364"/>
                  <a:pt x="129988" y="4142"/>
                  <a:pt x="290729" y="697"/>
                </a:cubicBezTo>
                <a:cubicBezTo>
                  <a:pt x="295095" y="513"/>
                  <a:pt x="299460" y="434"/>
                  <a:pt x="303879" y="434"/>
                </a:cubicBezTo>
                <a:cubicBezTo>
                  <a:pt x="383988" y="0"/>
                  <a:pt x="460958" y="31551"/>
                  <a:pt x="517713" y="88089"/>
                </a:cubicBezTo>
                <a:cubicBezTo>
                  <a:pt x="574468" y="144626"/>
                  <a:pt x="606314" y="221475"/>
                  <a:pt x="606187" y="301585"/>
                </a:cubicBezTo>
                <a:close/>
                <a:moveTo>
                  <a:pt x="290729" y="697"/>
                </a:moveTo>
                <a:cubicBezTo>
                  <a:pt x="132934" y="171641"/>
                  <a:pt x="132934" y="394658"/>
                  <a:pt x="290729" y="605051"/>
                </a:cubicBezTo>
                <a:moveTo>
                  <a:pt x="317028" y="697"/>
                </a:moveTo>
                <a:cubicBezTo>
                  <a:pt x="474823" y="171641"/>
                  <a:pt x="474823" y="394579"/>
                  <a:pt x="317028" y="604972"/>
                </a:cubicBezTo>
                <a:moveTo>
                  <a:pt x="50907" y="131772"/>
                </a:moveTo>
                <a:lnTo>
                  <a:pt x="554115" y="131772"/>
                </a:lnTo>
                <a:moveTo>
                  <a:pt x="1386" y="289567"/>
                </a:moveTo>
                <a:lnTo>
                  <a:pt x="606187" y="289567"/>
                </a:lnTo>
                <a:moveTo>
                  <a:pt x="40362" y="447361"/>
                </a:moveTo>
                <a:lnTo>
                  <a:pt x="568974" y="447361"/>
                </a:lnTo>
              </a:path>
            </a:pathLst>
          </a:custGeom>
          <a:noFill/>
          <a:ln w="1314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374007" y="1527254"/>
            <a:ext cx="456030" cy="456030"/>
          </a:xfrm>
          <a:custGeom>
            <a:avLst/>
            <a:gdLst/>
            <a:ahLst/>
            <a:cxnLst/>
            <a:rect l="0" t="0" r="0" b="0"/>
            <a:pathLst>
              <a:path w="456030" h="456030">
                <a:moveTo>
                  <a:pt x="0" y="45603"/>
                </a:moveTo>
                <a:cubicBezTo>
                  <a:pt x="0" y="20414"/>
                  <a:pt x="20414" y="0"/>
                  <a:pt x="45603" y="0"/>
                </a:cubicBezTo>
                <a:lnTo>
                  <a:pt x="410427" y="0"/>
                </a:lnTo>
                <a:cubicBezTo>
                  <a:pt x="435615" y="0"/>
                  <a:pt x="456030" y="20414"/>
                  <a:pt x="456030" y="45603"/>
                </a:cubicBezTo>
                <a:lnTo>
                  <a:pt x="456030" y="410427"/>
                </a:lnTo>
                <a:cubicBezTo>
                  <a:pt x="456030" y="435615"/>
                  <a:pt x="435615" y="456030"/>
                  <a:pt x="410427" y="456030"/>
                </a:cubicBezTo>
                <a:lnTo>
                  <a:pt x="45603" y="456030"/>
                </a:lnTo>
                <a:cubicBezTo>
                  <a:pt x="20414" y="456030"/>
                  <a:pt x="0" y="435615"/>
                  <a:pt x="0" y="410427"/>
                </a:cubicBezTo>
                <a:lnTo>
                  <a:pt x="0" y="45603"/>
                </a:lnTo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74007" y="1531789"/>
            <a:ext cx="456030" cy="456030"/>
          </a:xfrm>
          <a:custGeom>
            <a:avLst/>
            <a:gdLst/>
            <a:ahLst/>
            <a:cxnLst/>
            <a:rect l="0" t="0" r="0" b="0"/>
            <a:pathLst>
              <a:path w="456030" h="456030">
                <a:moveTo>
                  <a:pt x="0" y="45603"/>
                </a:moveTo>
                <a:cubicBezTo>
                  <a:pt x="0" y="20417"/>
                  <a:pt x="20417" y="0"/>
                  <a:pt x="45603" y="0"/>
                </a:cubicBezTo>
                <a:lnTo>
                  <a:pt x="410427" y="0"/>
                </a:lnTo>
                <a:cubicBezTo>
                  <a:pt x="435613" y="0"/>
                  <a:pt x="456030" y="20417"/>
                  <a:pt x="456030" y="45603"/>
                </a:cubicBezTo>
                <a:lnTo>
                  <a:pt x="456030" y="410427"/>
                </a:lnTo>
                <a:cubicBezTo>
                  <a:pt x="456030" y="435613"/>
                  <a:pt x="435613" y="456030"/>
                  <a:pt x="410427" y="456030"/>
                </a:cubicBezTo>
                <a:lnTo>
                  <a:pt x="45603" y="456030"/>
                </a:lnTo>
                <a:cubicBezTo>
                  <a:pt x="20417" y="456030"/>
                  <a:pt x="0" y="435613"/>
                  <a:pt x="0" y="410427"/>
                </a:cubicBezTo>
                <a:lnTo>
                  <a:pt x="0" y="45603"/>
                </a:lnTo>
                <a:close/>
              </a:path>
            </a:pathLst>
          </a:custGeom>
          <a:noFill/>
          <a:ln w="11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74007" y="2307041"/>
            <a:ext cx="456030" cy="456030"/>
          </a:xfrm>
          <a:custGeom>
            <a:avLst/>
            <a:gdLst/>
            <a:ahLst/>
            <a:cxnLst/>
            <a:rect l="0" t="0" r="0" b="0"/>
            <a:pathLst>
              <a:path w="456030" h="456030">
                <a:moveTo>
                  <a:pt x="0" y="45603"/>
                </a:moveTo>
                <a:cubicBezTo>
                  <a:pt x="0" y="20414"/>
                  <a:pt x="20414" y="0"/>
                  <a:pt x="45603" y="0"/>
                </a:cubicBezTo>
                <a:lnTo>
                  <a:pt x="410427" y="0"/>
                </a:lnTo>
                <a:cubicBezTo>
                  <a:pt x="435615" y="0"/>
                  <a:pt x="456030" y="20414"/>
                  <a:pt x="456030" y="45603"/>
                </a:cubicBezTo>
                <a:lnTo>
                  <a:pt x="456030" y="410427"/>
                </a:lnTo>
                <a:cubicBezTo>
                  <a:pt x="456030" y="435615"/>
                  <a:pt x="435615" y="456030"/>
                  <a:pt x="410427" y="456030"/>
                </a:cubicBezTo>
                <a:lnTo>
                  <a:pt x="45603" y="456030"/>
                </a:lnTo>
                <a:cubicBezTo>
                  <a:pt x="20414" y="456030"/>
                  <a:pt x="0" y="435615"/>
                  <a:pt x="0" y="410427"/>
                </a:cubicBezTo>
                <a:lnTo>
                  <a:pt x="0" y="45603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374007" y="2307041"/>
            <a:ext cx="456030" cy="456030"/>
          </a:xfrm>
          <a:custGeom>
            <a:avLst/>
            <a:gdLst/>
            <a:ahLst/>
            <a:cxnLst/>
            <a:rect l="0" t="0" r="0" b="0"/>
            <a:pathLst>
              <a:path w="456030" h="456030">
                <a:moveTo>
                  <a:pt x="0" y="45603"/>
                </a:moveTo>
                <a:cubicBezTo>
                  <a:pt x="0" y="20417"/>
                  <a:pt x="20417" y="0"/>
                  <a:pt x="45603" y="0"/>
                </a:cubicBezTo>
                <a:lnTo>
                  <a:pt x="410427" y="0"/>
                </a:lnTo>
                <a:cubicBezTo>
                  <a:pt x="435613" y="0"/>
                  <a:pt x="456030" y="20417"/>
                  <a:pt x="456030" y="45603"/>
                </a:cubicBezTo>
                <a:lnTo>
                  <a:pt x="456030" y="410427"/>
                </a:lnTo>
                <a:cubicBezTo>
                  <a:pt x="456030" y="435613"/>
                  <a:pt x="435613" y="456030"/>
                  <a:pt x="410427" y="456030"/>
                </a:cubicBezTo>
                <a:lnTo>
                  <a:pt x="45603" y="456030"/>
                </a:lnTo>
                <a:cubicBezTo>
                  <a:pt x="20417" y="456030"/>
                  <a:pt x="0" y="435613"/>
                  <a:pt x="0" y="410427"/>
                </a:cubicBezTo>
                <a:lnTo>
                  <a:pt x="0" y="45603"/>
                </a:lnTo>
                <a:close/>
              </a:path>
            </a:pathLst>
          </a:custGeom>
          <a:noFill/>
          <a:ln w="11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74007" y="3264706"/>
            <a:ext cx="456030" cy="456030"/>
          </a:xfrm>
          <a:custGeom>
            <a:avLst/>
            <a:gdLst/>
            <a:ahLst/>
            <a:cxnLst/>
            <a:rect l="0" t="0" r="0" b="0"/>
            <a:pathLst>
              <a:path w="456030" h="456030">
                <a:moveTo>
                  <a:pt x="0" y="45603"/>
                </a:moveTo>
                <a:cubicBezTo>
                  <a:pt x="0" y="20414"/>
                  <a:pt x="20414" y="0"/>
                  <a:pt x="45603" y="0"/>
                </a:cubicBezTo>
                <a:lnTo>
                  <a:pt x="410427" y="0"/>
                </a:lnTo>
                <a:cubicBezTo>
                  <a:pt x="435615" y="0"/>
                  <a:pt x="456030" y="20414"/>
                  <a:pt x="456030" y="45603"/>
                </a:cubicBezTo>
                <a:lnTo>
                  <a:pt x="456030" y="410427"/>
                </a:lnTo>
                <a:cubicBezTo>
                  <a:pt x="456030" y="435615"/>
                  <a:pt x="435615" y="456030"/>
                  <a:pt x="410427" y="456030"/>
                </a:cubicBezTo>
                <a:lnTo>
                  <a:pt x="45603" y="456030"/>
                </a:lnTo>
                <a:cubicBezTo>
                  <a:pt x="20414" y="456030"/>
                  <a:pt x="0" y="435615"/>
                  <a:pt x="0" y="410427"/>
                </a:cubicBezTo>
                <a:lnTo>
                  <a:pt x="0" y="45603"/>
                </a:ln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74007" y="3264706"/>
            <a:ext cx="456030" cy="456030"/>
          </a:xfrm>
          <a:custGeom>
            <a:avLst/>
            <a:gdLst/>
            <a:ahLst/>
            <a:cxnLst/>
            <a:rect l="0" t="0" r="0" b="0"/>
            <a:pathLst>
              <a:path w="456030" h="456030">
                <a:moveTo>
                  <a:pt x="0" y="45603"/>
                </a:moveTo>
                <a:cubicBezTo>
                  <a:pt x="0" y="20417"/>
                  <a:pt x="20417" y="0"/>
                  <a:pt x="45603" y="0"/>
                </a:cubicBezTo>
                <a:lnTo>
                  <a:pt x="410427" y="0"/>
                </a:lnTo>
                <a:cubicBezTo>
                  <a:pt x="435613" y="0"/>
                  <a:pt x="456030" y="20417"/>
                  <a:pt x="456030" y="45603"/>
                </a:cubicBezTo>
                <a:lnTo>
                  <a:pt x="456030" y="410427"/>
                </a:lnTo>
                <a:cubicBezTo>
                  <a:pt x="456030" y="435613"/>
                  <a:pt x="435613" y="456030"/>
                  <a:pt x="410427" y="456030"/>
                </a:cubicBezTo>
                <a:lnTo>
                  <a:pt x="45603" y="456030"/>
                </a:lnTo>
                <a:cubicBezTo>
                  <a:pt x="20417" y="456030"/>
                  <a:pt x="0" y="435613"/>
                  <a:pt x="0" y="410427"/>
                </a:cubicBezTo>
                <a:lnTo>
                  <a:pt x="0" y="45603"/>
                </a:lnTo>
                <a:close/>
              </a:path>
            </a:pathLst>
          </a:custGeom>
          <a:noFill/>
          <a:ln w="11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74007" y="4222370"/>
            <a:ext cx="456030" cy="456030"/>
          </a:xfrm>
          <a:custGeom>
            <a:avLst/>
            <a:gdLst/>
            <a:ahLst/>
            <a:cxnLst/>
            <a:rect l="0" t="0" r="0" b="0"/>
            <a:pathLst>
              <a:path w="456030" h="456030">
                <a:moveTo>
                  <a:pt x="0" y="45603"/>
                </a:moveTo>
                <a:cubicBezTo>
                  <a:pt x="0" y="20414"/>
                  <a:pt x="20414" y="0"/>
                  <a:pt x="45603" y="0"/>
                </a:cubicBezTo>
                <a:lnTo>
                  <a:pt x="410427" y="0"/>
                </a:lnTo>
                <a:cubicBezTo>
                  <a:pt x="435615" y="0"/>
                  <a:pt x="456030" y="20414"/>
                  <a:pt x="456030" y="45603"/>
                </a:cubicBezTo>
                <a:lnTo>
                  <a:pt x="456030" y="410427"/>
                </a:lnTo>
                <a:cubicBezTo>
                  <a:pt x="456030" y="435615"/>
                  <a:pt x="435615" y="456030"/>
                  <a:pt x="410427" y="456030"/>
                </a:cubicBezTo>
                <a:lnTo>
                  <a:pt x="45603" y="456030"/>
                </a:lnTo>
                <a:cubicBezTo>
                  <a:pt x="20414" y="456030"/>
                  <a:pt x="0" y="435615"/>
                  <a:pt x="0" y="410427"/>
                </a:cubicBezTo>
                <a:lnTo>
                  <a:pt x="0" y="45603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74007" y="4222370"/>
            <a:ext cx="456030" cy="456030"/>
          </a:xfrm>
          <a:custGeom>
            <a:avLst/>
            <a:gdLst/>
            <a:ahLst/>
            <a:cxnLst/>
            <a:rect l="0" t="0" r="0" b="0"/>
            <a:pathLst>
              <a:path w="456030" h="456030">
                <a:moveTo>
                  <a:pt x="0" y="45603"/>
                </a:moveTo>
                <a:cubicBezTo>
                  <a:pt x="0" y="20417"/>
                  <a:pt x="20417" y="0"/>
                  <a:pt x="45603" y="0"/>
                </a:cubicBezTo>
                <a:lnTo>
                  <a:pt x="410427" y="0"/>
                </a:lnTo>
                <a:cubicBezTo>
                  <a:pt x="435613" y="0"/>
                  <a:pt x="456030" y="20417"/>
                  <a:pt x="456030" y="45603"/>
                </a:cubicBezTo>
                <a:lnTo>
                  <a:pt x="456030" y="410427"/>
                </a:lnTo>
                <a:cubicBezTo>
                  <a:pt x="456030" y="435613"/>
                  <a:pt x="435613" y="456030"/>
                  <a:pt x="410427" y="456030"/>
                </a:cubicBezTo>
                <a:lnTo>
                  <a:pt x="45603" y="456030"/>
                </a:lnTo>
                <a:cubicBezTo>
                  <a:pt x="20417" y="456030"/>
                  <a:pt x="0" y="435613"/>
                  <a:pt x="0" y="410427"/>
                </a:cubicBezTo>
                <a:lnTo>
                  <a:pt x="0" y="45603"/>
                </a:lnTo>
                <a:close/>
              </a:path>
            </a:pathLst>
          </a:custGeom>
          <a:noFill/>
          <a:ln w="11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74007" y="4997622"/>
            <a:ext cx="456030" cy="456030"/>
          </a:xfrm>
          <a:custGeom>
            <a:avLst/>
            <a:gdLst/>
            <a:ahLst/>
            <a:cxnLst/>
            <a:rect l="0" t="0" r="0" b="0"/>
            <a:pathLst>
              <a:path w="456030" h="456030">
                <a:moveTo>
                  <a:pt x="0" y="45603"/>
                </a:moveTo>
                <a:cubicBezTo>
                  <a:pt x="0" y="20414"/>
                  <a:pt x="20414" y="0"/>
                  <a:pt x="45603" y="0"/>
                </a:cubicBezTo>
                <a:lnTo>
                  <a:pt x="410427" y="0"/>
                </a:lnTo>
                <a:cubicBezTo>
                  <a:pt x="435615" y="0"/>
                  <a:pt x="456030" y="20414"/>
                  <a:pt x="456030" y="45603"/>
                </a:cubicBezTo>
                <a:lnTo>
                  <a:pt x="456030" y="410427"/>
                </a:lnTo>
                <a:cubicBezTo>
                  <a:pt x="456030" y="435615"/>
                  <a:pt x="435615" y="456030"/>
                  <a:pt x="410427" y="456030"/>
                </a:cubicBezTo>
                <a:lnTo>
                  <a:pt x="45603" y="456030"/>
                </a:lnTo>
                <a:cubicBezTo>
                  <a:pt x="20414" y="456030"/>
                  <a:pt x="0" y="435615"/>
                  <a:pt x="0" y="410427"/>
                </a:cubicBezTo>
                <a:lnTo>
                  <a:pt x="0" y="45603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74007" y="4997622"/>
            <a:ext cx="456030" cy="456030"/>
          </a:xfrm>
          <a:custGeom>
            <a:avLst/>
            <a:gdLst/>
            <a:ahLst/>
            <a:cxnLst/>
            <a:rect l="0" t="0" r="0" b="0"/>
            <a:pathLst>
              <a:path w="456030" h="456030">
                <a:moveTo>
                  <a:pt x="0" y="45603"/>
                </a:moveTo>
                <a:cubicBezTo>
                  <a:pt x="0" y="20417"/>
                  <a:pt x="20417" y="0"/>
                  <a:pt x="45603" y="0"/>
                </a:cubicBezTo>
                <a:lnTo>
                  <a:pt x="410427" y="0"/>
                </a:lnTo>
                <a:cubicBezTo>
                  <a:pt x="435613" y="0"/>
                  <a:pt x="456030" y="20417"/>
                  <a:pt x="456030" y="45603"/>
                </a:cubicBezTo>
                <a:lnTo>
                  <a:pt x="456030" y="410427"/>
                </a:lnTo>
                <a:cubicBezTo>
                  <a:pt x="456030" y="435613"/>
                  <a:pt x="435613" y="456030"/>
                  <a:pt x="410427" y="456030"/>
                </a:cubicBezTo>
                <a:lnTo>
                  <a:pt x="45603" y="456030"/>
                </a:lnTo>
                <a:cubicBezTo>
                  <a:pt x="20417" y="456030"/>
                  <a:pt x="0" y="435613"/>
                  <a:pt x="0" y="410427"/>
                </a:cubicBezTo>
                <a:lnTo>
                  <a:pt x="0" y="45603"/>
                </a:lnTo>
                <a:close/>
              </a:path>
            </a:pathLst>
          </a:custGeom>
          <a:noFill/>
          <a:ln w="11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02463" y="1393707"/>
            <a:ext cx="3613839" cy="4620350"/>
          </a:xfrm>
          <a:custGeom>
            <a:avLst/>
            <a:gdLst/>
            <a:ahLst/>
            <a:cxnLst/>
            <a:rect l="0" t="0" r="0" b="0"/>
            <a:pathLst>
              <a:path w="3374627" h="3758551">
                <a:moveTo>
                  <a:pt x="1596540" y="374074"/>
                </a:moveTo>
                <a:cubicBezTo>
                  <a:pt x="1939306" y="188198"/>
                  <a:pt x="2323626" y="65326"/>
                  <a:pt x="2735647" y="22521"/>
                </a:cubicBezTo>
                <a:cubicBezTo>
                  <a:pt x="2952414" y="0"/>
                  <a:pt x="3166235" y="743"/>
                  <a:pt x="3374627" y="22733"/>
                </a:cubicBezTo>
                <a:moveTo>
                  <a:pt x="1438839" y="465832"/>
                </a:moveTo>
                <a:cubicBezTo>
                  <a:pt x="1263239" y="575192"/>
                  <a:pt x="1100063" y="701695"/>
                  <a:pt x="951407" y="842757"/>
                </a:cubicBezTo>
                <a:moveTo>
                  <a:pt x="822883" y="972196"/>
                </a:moveTo>
                <a:cubicBezTo>
                  <a:pt x="682563" y="1122180"/>
                  <a:pt x="557489" y="1286049"/>
                  <a:pt x="449780" y="1461193"/>
                </a:cubicBezTo>
                <a:moveTo>
                  <a:pt x="358902" y="1619342"/>
                </a:moveTo>
                <a:cubicBezTo>
                  <a:pt x="262173" y="1799927"/>
                  <a:pt x="183239" y="1990901"/>
                  <a:pt x="124183" y="2189696"/>
                </a:cubicBezTo>
                <a:moveTo>
                  <a:pt x="77524" y="2366054"/>
                </a:moveTo>
                <a:cubicBezTo>
                  <a:pt x="32323" y="2560400"/>
                  <a:pt x="5872" y="2761216"/>
                  <a:pt x="0" y="2966256"/>
                </a:cubicBezTo>
                <a:moveTo>
                  <a:pt x="217" y="3148643"/>
                </a:moveTo>
                <a:cubicBezTo>
                  <a:pt x="2518" y="3222955"/>
                  <a:pt x="7530" y="3297725"/>
                  <a:pt x="15339" y="3372847"/>
                </a:cubicBezTo>
                <a:cubicBezTo>
                  <a:pt x="29013" y="3504390"/>
                  <a:pt x="50855" y="3633109"/>
                  <a:pt x="80310" y="3758551"/>
                </a:cubicBezTo>
              </a:path>
            </a:pathLst>
          </a:custGeom>
          <a:noFill/>
          <a:ln w="11400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815691" y="1874770"/>
            <a:ext cx="191852" cy="191852"/>
          </a:xfrm>
          <a:custGeom>
            <a:avLst/>
            <a:gdLst/>
            <a:ahLst/>
            <a:cxnLst/>
            <a:rect l="0" t="0" r="0" b="0"/>
            <a:pathLst>
              <a:path w="191852" h="191852">
                <a:moveTo>
                  <a:pt x="186645" y="86501"/>
                </a:moveTo>
                <a:cubicBezTo>
                  <a:pt x="191852" y="136603"/>
                  <a:pt x="155453" y="181439"/>
                  <a:pt x="105350" y="186645"/>
                </a:cubicBezTo>
                <a:cubicBezTo>
                  <a:pt x="55248" y="191852"/>
                  <a:pt x="10412" y="155453"/>
                  <a:pt x="5206" y="105350"/>
                </a:cubicBezTo>
                <a:cubicBezTo>
                  <a:pt x="0" y="55248"/>
                  <a:pt x="36398" y="10412"/>
                  <a:pt x="86501" y="5206"/>
                </a:cubicBezTo>
                <a:cubicBezTo>
                  <a:pt x="136603" y="0"/>
                  <a:pt x="181439" y="36398"/>
                  <a:pt x="186645" y="86501"/>
                </a:cubicBezTo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815695" y="1888577"/>
            <a:ext cx="191848" cy="191848"/>
          </a:xfrm>
          <a:custGeom>
            <a:avLst/>
            <a:gdLst/>
            <a:ahLst/>
            <a:cxnLst/>
            <a:rect l="0" t="0" r="0" b="0"/>
            <a:pathLst>
              <a:path w="191848" h="191848">
                <a:moveTo>
                  <a:pt x="186641" y="86496"/>
                </a:moveTo>
                <a:cubicBezTo>
                  <a:pt x="191848" y="136598"/>
                  <a:pt x="155454" y="181434"/>
                  <a:pt x="105351" y="186641"/>
                </a:cubicBezTo>
                <a:cubicBezTo>
                  <a:pt x="55249" y="191848"/>
                  <a:pt x="10413" y="155454"/>
                  <a:pt x="5206" y="105351"/>
                </a:cubicBezTo>
                <a:cubicBezTo>
                  <a:pt x="0" y="55249"/>
                  <a:pt x="36394" y="10413"/>
                  <a:pt x="86496" y="5206"/>
                </a:cubicBezTo>
                <a:cubicBezTo>
                  <a:pt x="136598" y="0"/>
                  <a:pt x="181434" y="36394"/>
                  <a:pt x="186641" y="86496"/>
                </a:cubicBezTo>
                <a:close/>
              </a:path>
            </a:pathLst>
          </a:custGeom>
          <a:noFill/>
          <a:ln w="11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5114059" y="2458868"/>
            <a:ext cx="191852" cy="191852"/>
          </a:xfrm>
          <a:custGeom>
            <a:avLst/>
            <a:gdLst/>
            <a:ahLst/>
            <a:cxnLst/>
            <a:rect l="0" t="0" r="0" b="0"/>
            <a:pathLst>
              <a:path w="191852" h="191852">
                <a:moveTo>
                  <a:pt x="186645" y="86501"/>
                </a:moveTo>
                <a:cubicBezTo>
                  <a:pt x="191852" y="136603"/>
                  <a:pt x="155453" y="181439"/>
                  <a:pt x="105350" y="186645"/>
                </a:cubicBezTo>
                <a:cubicBezTo>
                  <a:pt x="55248" y="191852"/>
                  <a:pt x="10412" y="155453"/>
                  <a:pt x="5206" y="105350"/>
                </a:cubicBezTo>
                <a:cubicBezTo>
                  <a:pt x="0" y="55248"/>
                  <a:pt x="36398" y="10412"/>
                  <a:pt x="86501" y="5206"/>
                </a:cubicBezTo>
                <a:cubicBezTo>
                  <a:pt x="136603" y="0"/>
                  <a:pt x="181439" y="36398"/>
                  <a:pt x="186645" y="86501"/>
                </a:cubicBez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20289" y="2453764"/>
            <a:ext cx="191848" cy="191848"/>
          </a:xfrm>
          <a:custGeom>
            <a:avLst/>
            <a:gdLst/>
            <a:ahLst/>
            <a:cxnLst/>
            <a:rect l="0" t="0" r="0" b="0"/>
            <a:pathLst>
              <a:path w="191848" h="191848">
                <a:moveTo>
                  <a:pt x="186641" y="86496"/>
                </a:moveTo>
                <a:cubicBezTo>
                  <a:pt x="191848" y="136598"/>
                  <a:pt x="155454" y="181434"/>
                  <a:pt x="105351" y="186641"/>
                </a:cubicBezTo>
                <a:cubicBezTo>
                  <a:pt x="55249" y="191848"/>
                  <a:pt x="10413" y="155454"/>
                  <a:pt x="5206" y="105351"/>
                </a:cubicBezTo>
                <a:cubicBezTo>
                  <a:pt x="0" y="55249"/>
                  <a:pt x="36394" y="10413"/>
                  <a:pt x="86496" y="5206"/>
                </a:cubicBezTo>
                <a:cubicBezTo>
                  <a:pt x="136598" y="0"/>
                  <a:pt x="181434" y="36394"/>
                  <a:pt x="186641" y="86496"/>
                </a:cubicBezTo>
                <a:close/>
              </a:path>
            </a:pathLst>
          </a:custGeom>
          <a:noFill/>
          <a:ln w="11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88262" y="3260556"/>
            <a:ext cx="191852" cy="191852"/>
          </a:xfrm>
          <a:custGeom>
            <a:avLst/>
            <a:gdLst/>
            <a:ahLst/>
            <a:cxnLst/>
            <a:rect l="0" t="0" r="0" b="0"/>
            <a:pathLst>
              <a:path w="191852" h="191852">
                <a:moveTo>
                  <a:pt x="186645" y="86501"/>
                </a:moveTo>
                <a:cubicBezTo>
                  <a:pt x="191852" y="136603"/>
                  <a:pt x="155453" y="181439"/>
                  <a:pt x="105350" y="186645"/>
                </a:cubicBezTo>
                <a:cubicBezTo>
                  <a:pt x="55248" y="191852"/>
                  <a:pt x="10412" y="155453"/>
                  <a:pt x="5206" y="105350"/>
                </a:cubicBezTo>
                <a:cubicBezTo>
                  <a:pt x="0" y="55248"/>
                  <a:pt x="36398" y="10412"/>
                  <a:pt x="86501" y="5206"/>
                </a:cubicBezTo>
                <a:cubicBezTo>
                  <a:pt x="136603" y="0"/>
                  <a:pt x="181439" y="36398"/>
                  <a:pt x="186645" y="86501"/>
                </a:cubicBez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93040" y="3279907"/>
            <a:ext cx="182295" cy="179918"/>
          </a:xfrm>
          <a:custGeom>
            <a:avLst/>
            <a:gdLst/>
            <a:ahLst/>
            <a:cxnLst/>
            <a:rect l="0" t="0" r="0" b="0"/>
            <a:pathLst>
              <a:path w="191848" h="191848">
                <a:moveTo>
                  <a:pt x="186641" y="86496"/>
                </a:moveTo>
                <a:cubicBezTo>
                  <a:pt x="191848" y="136598"/>
                  <a:pt x="155454" y="181434"/>
                  <a:pt x="105351" y="186641"/>
                </a:cubicBezTo>
                <a:cubicBezTo>
                  <a:pt x="55249" y="191848"/>
                  <a:pt x="10413" y="155454"/>
                  <a:pt x="5206" y="105351"/>
                </a:cubicBezTo>
                <a:cubicBezTo>
                  <a:pt x="0" y="55249"/>
                  <a:pt x="36394" y="10413"/>
                  <a:pt x="86496" y="5206"/>
                </a:cubicBezTo>
                <a:cubicBezTo>
                  <a:pt x="136598" y="0"/>
                  <a:pt x="181434" y="36394"/>
                  <a:pt x="186641" y="86496"/>
                </a:cubicBezTo>
                <a:close/>
              </a:path>
            </a:pathLst>
          </a:custGeom>
          <a:noFill/>
          <a:ln w="11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4206681" y="4436737"/>
            <a:ext cx="191852" cy="191852"/>
          </a:xfrm>
          <a:custGeom>
            <a:avLst/>
            <a:gdLst/>
            <a:ahLst/>
            <a:cxnLst/>
            <a:rect l="0" t="0" r="0" b="0"/>
            <a:pathLst>
              <a:path w="191852" h="191852">
                <a:moveTo>
                  <a:pt x="186645" y="86501"/>
                </a:moveTo>
                <a:cubicBezTo>
                  <a:pt x="191852" y="136603"/>
                  <a:pt x="155453" y="181439"/>
                  <a:pt x="105350" y="186645"/>
                </a:cubicBezTo>
                <a:cubicBezTo>
                  <a:pt x="55248" y="191852"/>
                  <a:pt x="10412" y="155453"/>
                  <a:pt x="5206" y="105350"/>
                </a:cubicBezTo>
                <a:cubicBezTo>
                  <a:pt x="0" y="55248"/>
                  <a:pt x="36398" y="10412"/>
                  <a:pt x="86501" y="5206"/>
                </a:cubicBezTo>
                <a:cubicBezTo>
                  <a:pt x="136603" y="0"/>
                  <a:pt x="181439" y="36398"/>
                  <a:pt x="186645" y="86501"/>
                </a:cubicBez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206682" y="4436738"/>
            <a:ext cx="191848" cy="191848"/>
          </a:xfrm>
          <a:custGeom>
            <a:avLst/>
            <a:gdLst/>
            <a:ahLst/>
            <a:cxnLst/>
            <a:rect l="0" t="0" r="0" b="0"/>
            <a:pathLst>
              <a:path w="191848" h="191848">
                <a:moveTo>
                  <a:pt x="186641" y="86496"/>
                </a:moveTo>
                <a:cubicBezTo>
                  <a:pt x="191848" y="136598"/>
                  <a:pt x="155454" y="181434"/>
                  <a:pt x="105351" y="186641"/>
                </a:cubicBezTo>
                <a:cubicBezTo>
                  <a:pt x="55249" y="191848"/>
                  <a:pt x="10413" y="155454"/>
                  <a:pt x="5206" y="105351"/>
                </a:cubicBezTo>
                <a:cubicBezTo>
                  <a:pt x="0" y="55249"/>
                  <a:pt x="36394" y="10413"/>
                  <a:pt x="86496" y="5206"/>
                </a:cubicBezTo>
                <a:cubicBezTo>
                  <a:pt x="136598" y="0"/>
                  <a:pt x="181434" y="36394"/>
                  <a:pt x="186641" y="86496"/>
                </a:cubicBezTo>
                <a:close/>
              </a:path>
            </a:pathLst>
          </a:custGeom>
          <a:noFill/>
          <a:ln w="11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05913" y="5216739"/>
            <a:ext cx="191852" cy="191852"/>
          </a:xfrm>
          <a:custGeom>
            <a:avLst/>
            <a:gdLst/>
            <a:ahLst/>
            <a:cxnLst/>
            <a:rect l="0" t="0" r="0" b="0"/>
            <a:pathLst>
              <a:path w="191852" h="191852">
                <a:moveTo>
                  <a:pt x="186645" y="86501"/>
                </a:moveTo>
                <a:cubicBezTo>
                  <a:pt x="191852" y="136603"/>
                  <a:pt x="155453" y="181439"/>
                  <a:pt x="105350" y="186645"/>
                </a:cubicBezTo>
                <a:cubicBezTo>
                  <a:pt x="55248" y="191852"/>
                  <a:pt x="10412" y="155453"/>
                  <a:pt x="5206" y="105350"/>
                </a:cubicBezTo>
                <a:cubicBezTo>
                  <a:pt x="0" y="55248"/>
                  <a:pt x="36398" y="10412"/>
                  <a:pt x="86501" y="5206"/>
                </a:cubicBezTo>
                <a:cubicBezTo>
                  <a:pt x="136603" y="0"/>
                  <a:pt x="181439" y="36398"/>
                  <a:pt x="186645" y="86501"/>
                </a:cubicBez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105915" y="5216741"/>
            <a:ext cx="191848" cy="191848"/>
          </a:xfrm>
          <a:custGeom>
            <a:avLst/>
            <a:gdLst/>
            <a:ahLst/>
            <a:cxnLst/>
            <a:rect l="0" t="0" r="0" b="0"/>
            <a:pathLst>
              <a:path w="191848" h="191848">
                <a:moveTo>
                  <a:pt x="186641" y="86496"/>
                </a:moveTo>
                <a:cubicBezTo>
                  <a:pt x="191848" y="136598"/>
                  <a:pt x="155454" y="181434"/>
                  <a:pt x="105351" y="186641"/>
                </a:cubicBezTo>
                <a:cubicBezTo>
                  <a:pt x="55249" y="191848"/>
                  <a:pt x="10413" y="155454"/>
                  <a:pt x="5206" y="105351"/>
                </a:cubicBezTo>
                <a:cubicBezTo>
                  <a:pt x="0" y="55249"/>
                  <a:pt x="36394" y="10413"/>
                  <a:pt x="86496" y="5206"/>
                </a:cubicBezTo>
                <a:cubicBezTo>
                  <a:pt x="136598" y="0"/>
                  <a:pt x="181434" y="36394"/>
                  <a:pt x="186641" y="86496"/>
                </a:cubicBezTo>
                <a:close/>
              </a:path>
            </a:pathLst>
          </a:custGeom>
          <a:noFill/>
          <a:ln w="11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468177" y="3356482"/>
            <a:ext cx="268146" cy="273397"/>
          </a:xfrm>
          <a:custGeom>
            <a:avLst/>
            <a:gdLst/>
            <a:ahLst/>
            <a:cxnLst/>
            <a:rect l="0" t="0" r="0" b="0"/>
            <a:pathLst>
              <a:path w="268146" h="273397">
                <a:moveTo>
                  <a:pt x="262673" y="120962"/>
                </a:moveTo>
                <a:lnTo>
                  <a:pt x="240898" y="99072"/>
                </a:lnTo>
                <a:cubicBezTo>
                  <a:pt x="237675" y="95895"/>
                  <a:pt x="233343" y="94094"/>
                  <a:pt x="228813" y="94056"/>
                </a:cubicBezTo>
                <a:lnTo>
                  <a:pt x="196435" y="94056"/>
                </a:lnTo>
                <a:cubicBezTo>
                  <a:pt x="194861" y="94056"/>
                  <a:pt x="193585" y="92779"/>
                  <a:pt x="193585" y="91206"/>
                </a:cubicBezTo>
                <a:lnTo>
                  <a:pt x="193585" y="54153"/>
                </a:lnTo>
                <a:cubicBezTo>
                  <a:pt x="193585" y="52580"/>
                  <a:pt x="194861" y="51303"/>
                  <a:pt x="196435" y="51303"/>
                </a:cubicBezTo>
                <a:lnTo>
                  <a:pt x="205897" y="51303"/>
                </a:lnTo>
                <a:cubicBezTo>
                  <a:pt x="207379" y="51303"/>
                  <a:pt x="207835" y="54153"/>
                  <a:pt x="207835" y="54153"/>
                </a:cubicBezTo>
                <a:cubicBezTo>
                  <a:pt x="207835" y="58873"/>
                  <a:pt x="211666" y="62704"/>
                  <a:pt x="216386" y="62704"/>
                </a:cubicBezTo>
                <a:lnTo>
                  <a:pt x="250588" y="62704"/>
                </a:lnTo>
                <a:cubicBezTo>
                  <a:pt x="253720" y="62711"/>
                  <a:pt x="256608" y="61009"/>
                  <a:pt x="258113" y="58257"/>
                </a:cubicBezTo>
                <a:cubicBezTo>
                  <a:pt x="259755" y="55559"/>
                  <a:pt x="259755" y="52177"/>
                  <a:pt x="258113" y="49479"/>
                </a:cubicBezTo>
                <a:lnTo>
                  <a:pt x="250930" y="38648"/>
                </a:lnTo>
                <a:cubicBezTo>
                  <a:pt x="250360" y="37660"/>
                  <a:pt x="250360" y="36444"/>
                  <a:pt x="250930" y="35456"/>
                </a:cubicBezTo>
                <a:lnTo>
                  <a:pt x="258113" y="24739"/>
                </a:lnTo>
                <a:cubicBezTo>
                  <a:pt x="259884" y="22125"/>
                  <a:pt x="260066" y="18742"/>
                  <a:pt x="258584" y="15945"/>
                </a:cubicBezTo>
                <a:cubicBezTo>
                  <a:pt x="257102" y="13156"/>
                  <a:pt x="254206" y="11408"/>
                  <a:pt x="251044" y="11400"/>
                </a:cubicBezTo>
                <a:lnTo>
                  <a:pt x="228243" y="11400"/>
                </a:lnTo>
                <a:cubicBezTo>
                  <a:pt x="225051" y="11400"/>
                  <a:pt x="225051" y="8550"/>
                  <a:pt x="225051" y="8550"/>
                </a:cubicBezTo>
                <a:cubicBezTo>
                  <a:pt x="224990" y="3853"/>
                  <a:pt x="221197" y="60"/>
                  <a:pt x="216500" y="0"/>
                </a:cubicBezTo>
                <a:lnTo>
                  <a:pt x="182298" y="0"/>
                </a:lnTo>
                <a:cubicBezTo>
                  <a:pt x="176005" y="0"/>
                  <a:pt x="170897" y="5107"/>
                  <a:pt x="170897" y="11400"/>
                </a:cubicBezTo>
                <a:lnTo>
                  <a:pt x="170897" y="91206"/>
                </a:lnTo>
                <a:cubicBezTo>
                  <a:pt x="170897" y="92779"/>
                  <a:pt x="169620" y="94056"/>
                  <a:pt x="168047" y="94056"/>
                </a:cubicBezTo>
                <a:lnTo>
                  <a:pt x="129854" y="94056"/>
                </a:lnTo>
                <a:cubicBezTo>
                  <a:pt x="125324" y="94086"/>
                  <a:pt x="120984" y="95888"/>
                  <a:pt x="117769" y="99072"/>
                </a:cubicBezTo>
                <a:lnTo>
                  <a:pt x="44691" y="172265"/>
                </a:lnTo>
                <a:cubicBezTo>
                  <a:pt x="41483" y="175473"/>
                  <a:pt x="39682" y="179812"/>
                  <a:pt x="39674" y="184350"/>
                </a:cubicBezTo>
                <a:lnTo>
                  <a:pt x="39674" y="208178"/>
                </a:lnTo>
                <a:cubicBezTo>
                  <a:pt x="39674" y="211940"/>
                  <a:pt x="42068" y="212966"/>
                  <a:pt x="43436" y="212282"/>
                </a:cubicBezTo>
                <a:cubicBezTo>
                  <a:pt x="47358" y="210275"/>
                  <a:pt x="51691" y="209219"/>
                  <a:pt x="56091" y="209204"/>
                </a:cubicBezTo>
                <a:cubicBezTo>
                  <a:pt x="67074" y="209211"/>
                  <a:pt x="77084" y="215497"/>
                  <a:pt x="81857" y="225393"/>
                </a:cubicBezTo>
                <a:cubicBezTo>
                  <a:pt x="84244" y="229520"/>
                  <a:pt x="88507" y="232203"/>
                  <a:pt x="93258" y="232575"/>
                </a:cubicBezTo>
                <a:cubicBezTo>
                  <a:pt x="100471" y="232651"/>
                  <a:pt x="107197" y="228988"/>
                  <a:pt x="111043" y="222884"/>
                </a:cubicBezTo>
                <a:cubicBezTo>
                  <a:pt x="116105" y="214250"/>
                  <a:pt x="125431" y="209021"/>
                  <a:pt x="135441" y="209204"/>
                </a:cubicBezTo>
                <a:cubicBezTo>
                  <a:pt x="145329" y="209158"/>
                  <a:pt x="154525" y="214250"/>
                  <a:pt x="159724" y="222656"/>
                </a:cubicBezTo>
                <a:cubicBezTo>
                  <a:pt x="160978" y="224481"/>
                  <a:pt x="168047" y="233259"/>
                  <a:pt x="174545" y="232461"/>
                </a:cubicBezTo>
                <a:cubicBezTo>
                  <a:pt x="178703" y="232226"/>
                  <a:pt x="182868" y="232887"/>
                  <a:pt x="186744" y="234399"/>
                </a:cubicBezTo>
                <a:cubicBezTo>
                  <a:pt x="189594" y="235881"/>
                  <a:pt x="192771" y="236626"/>
                  <a:pt x="195979" y="236565"/>
                </a:cubicBezTo>
                <a:lnTo>
                  <a:pt x="262445" y="236565"/>
                </a:lnTo>
                <a:cubicBezTo>
                  <a:pt x="265592" y="236565"/>
                  <a:pt x="268146" y="234012"/>
                  <a:pt x="268146" y="230865"/>
                </a:cubicBezTo>
                <a:lnTo>
                  <a:pt x="268146" y="133046"/>
                </a:lnTo>
                <a:cubicBezTo>
                  <a:pt x="268024" y="128448"/>
                  <a:pt x="266048" y="124093"/>
                  <a:pt x="262673" y="120962"/>
                </a:cubicBezTo>
                <a:moveTo>
                  <a:pt x="182184" y="162460"/>
                </a:moveTo>
                <a:lnTo>
                  <a:pt x="102378" y="162460"/>
                </a:lnTo>
                <a:cubicBezTo>
                  <a:pt x="100098" y="162498"/>
                  <a:pt x="98016" y="161146"/>
                  <a:pt x="97134" y="159040"/>
                </a:cubicBezTo>
                <a:cubicBezTo>
                  <a:pt x="96214" y="156927"/>
                  <a:pt x="96716" y="154465"/>
                  <a:pt x="98388" y="152884"/>
                </a:cubicBezTo>
                <a:lnTo>
                  <a:pt x="121190" y="130082"/>
                </a:lnTo>
                <a:cubicBezTo>
                  <a:pt x="122216" y="128973"/>
                  <a:pt x="123667" y="128357"/>
                  <a:pt x="125180" y="128372"/>
                </a:cubicBezTo>
                <a:lnTo>
                  <a:pt x="182184" y="128372"/>
                </a:lnTo>
                <a:cubicBezTo>
                  <a:pt x="191631" y="128372"/>
                  <a:pt x="199285" y="136026"/>
                  <a:pt x="199285" y="145473"/>
                </a:cubicBezTo>
                <a:cubicBezTo>
                  <a:pt x="199285" y="154921"/>
                  <a:pt x="191631" y="162574"/>
                  <a:pt x="182184" y="162574"/>
                </a:cubicBezTo>
                <a:moveTo>
                  <a:pt x="175229" y="249562"/>
                </a:moveTo>
                <a:cubicBezTo>
                  <a:pt x="162924" y="248802"/>
                  <a:pt x="151751" y="242129"/>
                  <a:pt x="145245" y="231663"/>
                </a:cubicBezTo>
                <a:cubicBezTo>
                  <a:pt x="143003" y="228463"/>
                  <a:pt x="139347" y="226563"/>
                  <a:pt x="135441" y="226563"/>
                </a:cubicBezTo>
                <a:cubicBezTo>
                  <a:pt x="131534" y="226563"/>
                  <a:pt x="127878" y="228463"/>
                  <a:pt x="125636" y="231663"/>
                </a:cubicBezTo>
                <a:cubicBezTo>
                  <a:pt x="118871" y="242851"/>
                  <a:pt x="106893" y="249851"/>
                  <a:pt x="93828" y="250246"/>
                </a:cubicBezTo>
                <a:cubicBezTo>
                  <a:pt x="82305" y="249950"/>
                  <a:pt x="71824" y="243512"/>
                  <a:pt x="66352" y="233373"/>
                </a:cubicBezTo>
                <a:cubicBezTo>
                  <a:pt x="64642" y="229695"/>
                  <a:pt x="61108" y="227209"/>
                  <a:pt x="57072" y="226829"/>
                </a:cubicBezTo>
                <a:cubicBezTo>
                  <a:pt x="53036" y="226457"/>
                  <a:pt x="49099" y="228250"/>
                  <a:pt x="46743" y="231549"/>
                </a:cubicBezTo>
                <a:cubicBezTo>
                  <a:pt x="38184" y="242555"/>
                  <a:pt x="25317" y="249365"/>
                  <a:pt x="11400" y="250246"/>
                </a:cubicBezTo>
                <a:cubicBezTo>
                  <a:pt x="5107" y="250246"/>
                  <a:pt x="0" y="255354"/>
                  <a:pt x="0" y="261647"/>
                </a:cubicBezTo>
                <a:cubicBezTo>
                  <a:pt x="0" y="267940"/>
                  <a:pt x="5107" y="273048"/>
                  <a:pt x="11400" y="273048"/>
                </a:cubicBezTo>
                <a:cubicBezTo>
                  <a:pt x="26670" y="272630"/>
                  <a:pt x="41331" y="266952"/>
                  <a:pt x="52899" y="256973"/>
                </a:cubicBezTo>
                <a:cubicBezTo>
                  <a:pt x="53978" y="256030"/>
                  <a:pt x="55582" y="256030"/>
                  <a:pt x="56661" y="256973"/>
                </a:cubicBezTo>
                <a:cubicBezTo>
                  <a:pt x="66352" y="267157"/>
                  <a:pt x="79767" y="272957"/>
                  <a:pt x="93828" y="273048"/>
                </a:cubicBezTo>
                <a:cubicBezTo>
                  <a:pt x="108406" y="273017"/>
                  <a:pt x="122436" y="267530"/>
                  <a:pt x="133160" y="257657"/>
                </a:cubicBezTo>
                <a:cubicBezTo>
                  <a:pt x="134240" y="256714"/>
                  <a:pt x="135843" y="256714"/>
                  <a:pt x="136923" y="257657"/>
                </a:cubicBezTo>
                <a:cubicBezTo>
                  <a:pt x="147586" y="267956"/>
                  <a:pt x="162020" y="273397"/>
                  <a:pt x="176825" y="272706"/>
                </a:cubicBezTo>
                <a:cubicBezTo>
                  <a:pt x="183081" y="272280"/>
                  <a:pt x="187816" y="266876"/>
                  <a:pt x="187428" y="260621"/>
                </a:cubicBezTo>
                <a:cubicBezTo>
                  <a:pt x="187345" y="257512"/>
                  <a:pt x="185992" y="254579"/>
                  <a:pt x="183689" y="252488"/>
                </a:cubicBezTo>
                <a:cubicBezTo>
                  <a:pt x="181386" y="250398"/>
                  <a:pt x="178330" y="249342"/>
                  <a:pt x="175229" y="24956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464719" y="2415349"/>
            <a:ext cx="275989" cy="240122"/>
          </a:xfrm>
          <a:custGeom>
            <a:avLst/>
            <a:gdLst/>
            <a:ahLst/>
            <a:cxnLst/>
            <a:rect l="0" t="0" r="0" b="0"/>
            <a:pathLst>
              <a:path w="275989" h="240122">
                <a:moveTo>
                  <a:pt x="148704" y="28501"/>
                </a:moveTo>
                <a:cubicBezTo>
                  <a:pt x="148704" y="44242"/>
                  <a:pt x="161465" y="57003"/>
                  <a:pt x="177205" y="57003"/>
                </a:cubicBezTo>
                <a:cubicBezTo>
                  <a:pt x="192946" y="57003"/>
                  <a:pt x="205707" y="44242"/>
                  <a:pt x="205707" y="28501"/>
                </a:cubicBezTo>
                <a:cubicBezTo>
                  <a:pt x="205707" y="12761"/>
                  <a:pt x="192946" y="0"/>
                  <a:pt x="177205" y="0"/>
                </a:cubicBezTo>
                <a:cubicBezTo>
                  <a:pt x="161465" y="0"/>
                  <a:pt x="148704" y="12761"/>
                  <a:pt x="148704" y="28501"/>
                </a:cubicBezTo>
                <a:moveTo>
                  <a:pt x="265447" y="207379"/>
                </a:moveTo>
                <a:lnTo>
                  <a:pt x="194307" y="159382"/>
                </a:lnTo>
                <a:cubicBezTo>
                  <a:pt x="191008" y="157269"/>
                  <a:pt x="189032" y="153606"/>
                  <a:pt x="189062" y="149692"/>
                </a:cubicBezTo>
                <a:lnTo>
                  <a:pt x="189062" y="116629"/>
                </a:lnTo>
                <a:cubicBezTo>
                  <a:pt x="189032" y="115816"/>
                  <a:pt x="189419" y="115041"/>
                  <a:pt x="190088" y="114577"/>
                </a:cubicBezTo>
                <a:cubicBezTo>
                  <a:pt x="190674" y="114030"/>
                  <a:pt x="191456" y="113741"/>
                  <a:pt x="192254" y="113779"/>
                </a:cubicBezTo>
                <a:lnTo>
                  <a:pt x="211294" y="115945"/>
                </a:lnTo>
                <a:lnTo>
                  <a:pt x="217108" y="115945"/>
                </a:lnTo>
                <a:cubicBezTo>
                  <a:pt x="242349" y="115755"/>
                  <a:pt x="263669" y="97149"/>
                  <a:pt x="267271" y="72166"/>
                </a:cubicBezTo>
                <a:lnTo>
                  <a:pt x="268070" y="66238"/>
                </a:lnTo>
                <a:cubicBezTo>
                  <a:pt x="269704" y="56905"/>
                  <a:pt x="263737" y="47936"/>
                  <a:pt x="254503" y="45831"/>
                </a:cubicBezTo>
                <a:cubicBezTo>
                  <a:pt x="249912" y="45010"/>
                  <a:pt x="245184" y="46089"/>
                  <a:pt x="241399" y="48818"/>
                </a:cubicBezTo>
                <a:cubicBezTo>
                  <a:pt x="237622" y="51546"/>
                  <a:pt x="235106" y="55696"/>
                  <a:pt x="234437" y="60310"/>
                </a:cubicBezTo>
                <a:lnTo>
                  <a:pt x="233411" y="67378"/>
                </a:lnTo>
                <a:cubicBezTo>
                  <a:pt x="232112" y="76521"/>
                  <a:pt x="223781" y="82989"/>
                  <a:pt x="214600" y="81971"/>
                </a:cubicBezTo>
                <a:lnTo>
                  <a:pt x="115527" y="69202"/>
                </a:lnTo>
                <a:cubicBezTo>
                  <a:pt x="114060" y="68982"/>
                  <a:pt x="112677" y="69924"/>
                  <a:pt x="112335" y="71368"/>
                </a:cubicBezTo>
                <a:lnTo>
                  <a:pt x="106749" y="99528"/>
                </a:lnTo>
                <a:cubicBezTo>
                  <a:pt x="106407" y="100212"/>
                  <a:pt x="106407" y="101010"/>
                  <a:pt x="106749" y="101694"/>
                </a:cubicBezTo>
                <a:cubicBezTo>
                  <a:pt x="107167" y="102340"/>
                  <a:pt x="107820" y="102796"/>
                  <a:pt x="108573" y="102948"/>
                </a:cubicBezTo>
                <a:lnTo>
                  <a:pt x="151554" y="109333"/>
                </a:lnTo>
                <a:cubicBezTo>
                  <a:pt x="152945" y="109561"/>
                  <a:pt x="153963" y="110769"/>
                  <a:pt x="153948" y="112183"/>
                </a:cubicBezTo>
                <a:lnTo>
                  <a:pt x="153948" y="148551"/>
                </a:lnTo>
                <a:cubicBezTo>
                  <a:pt x="128197" y="151713"/>
                  <a:pt x="108839" y="173565"/>
                  <a:pt x="108801" y="199513"/>
                </a:cubicBezTo>
                <a:lnTo>
                  <a:pt x="108801" y="222314"/>
                </a:lnTo>
                <a:cubicBezTo>
                  <a:pt x="108801" y="231762"/>
                  <a:pt x="116455" y="239416"/>
                  <a:pt x="125902" y="239416"/>
                </a:cubicBezTo>
                <a:cubicBezTo>
                  <a:pt x="135349" y="239416"/>
                  <a:pt x="143003" y="231762"/>
                  <a:pt x="143003" y="222314"/>
                </a:cubicBezTo>
                <a:lnTo>
                  <a:pt x="143003" y="199513"/>
                </a:lnTo>
                <a:cubicBezTo>
                  <a:pt x="143003" y="190065"/>
                  <a:pt x="150657" y="182412"/>
                  <a:pt x="160104" y="182412"/>
                </a:cubicBezTo>
                <a:lnTo>
                  <a:pt x="166489" y="182412"/>
                </a:lnTo>
                <a:lnTo>
                  <a:pt x="247776" y="236679"/>
                </a:lnTo>
                <a:cubicBezTo>
                  <a:pt x="251956" y="239378"/>
                  <a:pt x="257102" y="240122"/>
                  <a:pt x="261875" y="238724"/>
                </a:cubicBezTo>
                <a:cubicBezTo>
                  <a:pt x="266648" y="237325"/>
                  <a:pt x="270578" y="233913"/>
                  <a:pt x="272630" y="229383"/>
                </a:cubicBezTo>
                <a:cubicBezTo>
                  <a:pt x="275989" y="221281"/>
                  <a:pt x="272941" y="211940"/>
                  <a:pt x="265447" y="207379"/>
                </a:cubicBezTo>
                <a:moveTo>
                  <a:pt x="65022" y="86531"/>
                </a:moveTo>
                <a:cubicBezTo>
                  <a:pt x="66382" y="95629"/>
                  <a:pt x="72083" y="103496"/>
                  <a:pt x="80299" y="107623"/>
                </a:cubicBezTo>
                <a:cubicBezTo>
                  <a:pt x="81887" y="108398"/>
                  <a:pt x="83742" y="108398"/>
                  <a:pt x="85323" y="107615"/>
                </a:cubicBezTo>
                <a:cubicBezTo>
                  <a:pt x="86911" y="106832"/>
                  <a:pt x="88044" y="105365"/>
                  <a:pt x="88393" y="103632"/>
                </a:cubicBezTo>
                <a:lnTo>
                  <a:pt x="96944" y="61450"/>
                </a:lnTo>
                <a:cubicBezTo>
                  <a:pt x="97278" y="59709"/>
                  <a:pt x="96822" y="57915"/>
                  <a:pt x="95690" y="56547"/>
                </a:cubicBezTo>
                <a:cubicBezTo>
                  <a:pt x="94489" y="55248"/>
                  <a:pt x="92779" y="54541"/>
                  <a:pt x="91016" y="54609"/>
                </a:cubicBezTo>
                <a:cubicBezTo>
                  <a:pt x="83392" y="55073"/>
                  <a:pt x="76293" y="58660"/>
                  <a:pt x="71406" y="64528"/>
                </a:cubicBezTo>
                <a:lnTo>
                  <a:pt x="14402" y="54951"/>
                </a:lnTo>
                <a:cubicBezTo>
                  <a:pt x="11286" y="54214"/>
                  <a:pt x="8010" y="54822"/>
                  <a:pt x="5365" y="56616"/>
                </a:cubicBezTo>
                <a:cubicBezTo>
                  <a:pt x="2720" y="58417"/>
                  <a:pt x="950" y="61244"/>
                  <a:pt x="494" y="64414"/>
                </a:cubicBezTo>
                <a:cubicBezTo>
                  <a:pt x="0" y="67424"/>
                  <a:pt x="737" y="70509"/>
                  <a:pt x="2538" y="72972"/>
                </a:cubicBezTo>
                <a:cubicBezTo>
                  <a:pt x="4339" y="75435"/>
                  <a:pt x="7053" y="77076"/>
                  <a:pt x="10070" y="77525"/>
                </a:cubicBezTo>
                <a:lnTo>
                  <a:pt x="65022" y="8653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465183" y="1657198"/>
            <a:ext cx="273648" cy="205213"/>
          </a:xfrm>
          <a:custGeom>
            <a:avLst/>
            <a:gdLst/>
            <a:ahLst/>
            <a:cxnLst/>
            <a:rect l="0" t="0" r="0" b="0"/>
            <a:pathLst>
              <a:path w="273648" h="205213">
                <a:moveTo>
                  <a:pt x="273648" y="102606"/>
                </a:moveTo>
                <a:cubicBezTo>
                  <a:pt x="273565" y="65607"/>
                  <a:pt x="249752" y="32834"/>
                  <a:pt x="214592" y="21319"/>
                </a:cubicBezTo>
                <a:cubicBezTo>
                  <a:pt x="213802" y="20931"/>
                  <a:pt x="212875" y="20931"/>
                  <a:pt x="212084" y="21319"/>
                </a:cubicBezTo>
                <a:cubicBezTo>
                  <a:pt x="211332" y="21881"/>
                  <a:pt x="210906" y="22778"/>
                  <a:pt x="210944" y="23713"/>
                </a:cubicBezTo>
                <a:lnTo>
                  <a:pt x="210944" y="41954"/>
                </a:lnTo>
                <a:cubicBezTo>
                  <a:pt x="210936" y="43094"/>
                  <a:pt x="211613" y="44120"/>
                  <a:pt x="212654" y="44577"/>
                </a:cubicBezTo>
                <a:cubicBezTo>
                  <a:pt x="235775" y="54427"/>
                  <a:pt x="250786" y="77129"/>
                  <a:pt x="250786" y="102264"/>
                </a:cubicBezTo>
                <a:cubicBezTo>
                  <a:pt x="250786" y="127399"/>
                  <a:pt x="235775" y="150102"/>
                  <a:pt x="212654" y="159952"/>
                </a:cubicBezTo>
                <a:cubicBezTo>
                  <a:pt x="211613" y="160408"/>
                  <a:pt x="210936" y="161434"/>
                  <a:pt x="210944" y="162574"/>
                </a:cubicBezTo>
                <a:lnTo>
                  <a:pt x="210944" y="180816"/>
                </a:lnTo>
                <a:cubicBezTo>
                  <a:pt x="210906" y="181751"/>
                  <a:pt x="211332" y="182647"/>
                  <a:pt x="212084" y="183210"/>
                </a:cubicBezTo>
                <a:cubicBezTo>
                  <a:pt x="212875" y="183597"/>
                  <a:pt x="213802" y="183597"/>
                  <a:pt x="214592" y="183210"/>
                </a:cubicBezTo>
                <a:cubicBezTo>
                  <a:pt x="249517" y="171779"/>
                  <a:pt x="273276" y="139355"/>
                  <a:pt x="273648" y="102606"/>
                </a:cubicBezTo>
                <a:moveTo>
                  <a:pt x="229185" y="102606"/>
                </a:moveTo>
                <a:cubicBezTo>
                  <a:pt x="229239" y="112464"/>
                  <a:pt x="223781" y="121524"/>
                  <a:pt x="215048" y="126092"/>
                </a:cubicBezTo>
                <a:cubicBezTo>
                  <a:pt x="214190" y="126540"/>
                  <a:pt x="213171" y="126540"/>
                  <a:pt x="212312" y="126092"/>
                </a:cubicBezTo>
                <a:cubicBezTo>
                  <a:pt x="211476" y="125583"/>
                  <a:pt x="210959" y="124678"/>
                  <a:pt x="210944" y="123698"/>
                </a:cubicBezTo>
                <a:lnTo>
                  <a:pt x="210944" y="82199"/>
                </a:lnTo>
                <a:cubicBezTo>
                  <a:pt x="210959" y="81219"/>
                  <a:pt x="211476" y="80314"/>
                  <a:pt x="212312" y="79805"/>
                </a:cubicBezTo>
                <a:cubicBezTo>
                  <a:pt x="213171" y="79356"/>
                  <a:pt x="214190" y="79356"/>
                  <a:pt x="215048" y="79805"/>
                </a:cubicBezTo>
                <a:cubicBezTo>
                  <a:pt x="223569" y="84259"/>
                  <a:pt x="228988" y="92992"/>
                  <a:pt x="229185" y="102606"/>
                </a:cubicBezTo>
                <a:moveTo>
                  <a:pt x="111643" y="114007"/>
                </a:moveTo>
                <a:cubicBezTo>
                  <a:pt x="112487" y="114076"/>
                  <a:pt x="113323" y="113772"/>
                  <a:pt x="113931" y="113186"/>
                </a:cubicBezTo>
                <a:cubicBezTo>
                  <a:pt x="114539" y="112601"/>
                  <a:pt x="114874" y="111773"/>
                  <a:pt x="114836" y="110929"/>
                </a:cubicBezTo>
                <a:lnTo>
                  <a:pt x="111757" y="66352"/>
                </a:lnTo>
                <a:cubicBezTo>
                  <a:pt x="111628" y="65105"/>
                  <a:pt x="110693" y="64087"/>
                  <a:pt x="109462" y="63851"/>
                </a:cubicBezTo>
                <a:cubicBezTo>
                  <a:pt x="108223" y="63616"/>
                  <a:pt x="106984" y="64216"/>
                  <a:pt x="106399" y="65326"/>
                </a:cubicBezTo>
                <a:lnTo>
                  <a:pt x="86448" y="106597"/>
                </a:lnTo>
                <a:cubicBezTo>
                  <a:pt x="86060" y="107425"/>
                  <a:pt x="86060" y="108390"/>
                  <a:pt x="86448" y="109219"/>
                </a:cubicBezTo>
                <a:cubicBezTo>
                  <a:pt x="86835" y="110032"/>
                  <a:pt x="87611" y="110595"/>
                  <a:pt x="88500" y="110701"/>
                </a:cubicBezTo>
                <a:lnTo>
                  <a:pt x="111643" y="114007"/>
                </a:lnTo>
                <a:moveTo>
                  <a:pt x="79151" y="126548"/>
                </a:moveTo>
                <a:cubicBezTo>
                  <a:pt x="77912" y="126335"/>
                  <a:pt x="76689" y="126996"/>
                  <a:pt x="76187" y="128144"/>
                </a:cubicBezTo>
                <a:lnTo>
                  <a:pt x="63760" y="153910"/>
                </a:lnTo>
                <a:cubicBezTo>
                  <a:pt x="63069" y="155202"/>
                  <a:pt x="63525" y="156813"/>
                  <a:pt x="64786" y="157558"/>
                </a:cubicBezTo>
                <a:cubicBezTo>
                  <a:pt x="75207" y="164201"/>
                  <a:pt x="87314" y="167720"/>
                  <a:pt x="99673" y="167705"/>
                </a:cubicBezTo>
                <a:cubicBezTo>
                  <a:pt x="105297" y="167735"/>
                  <a:pt x="110891" y="167006"/>
                  <a:pt x="116318" y="165539"/>
                </a:cubicBezTo>
                <a:cubicBezTo>
                  <a:pt x="117617" y="165166"/>
                  <a:pt x="118476" y="163927"/>
                  <a:pt x="118370" y="162574"/>
                </a:cubicBezTo>
                <a:lnTo>
                  <a:pt x="116432" y="134529"/>
                </a:lnTo>
                <a:cubicBezTo>
                  <a:pt x="116386" y="133183"/>
                  <a:pt x="115368" y="132074"/>
                  <a:pt x="114038" y="131906"/>
                </a:cubicBezTo>
                <a:lnTo>
                  <a:pt x="79151" y="126548"/>
                </a:lnTo>
                <a:moveTo>
                  <a:pt x="65014" y="107053"/>
                </a:moveTo>
                <a:cubicBezTo>
                  <a:pt x="66398" y="107463"/>
                  <a:pt x="67857" y="106779"/>
                  <a:pt x="68435" y="105457"/>
                </a:cubicBezTo>
                <a:lnTo>
                  <a:pt x="98761" y="41726"/>
                </a:lnTo>
                <a:cubicBezTo>
                  <a:pt x="99270" y="40845"/>
                  <a:pt x="99270" y="39758"/>
                  <a:pt x="98761" y="38876"/>
                </a:cubicBezTo>
                <a:cubicBezTo>
                  <a:pt x="98221" y="38032"/>
                  <a:pt x="97256" y="37546"/>
                  <a:pt x="96252" y="37622"/>
                </a:cubicBezTo>
                <a:cubicBezTo>
                  <a:pt x="62643" y="39233"/>
                  <a:pt x="35783" y="66147"/>
                  <a:pt x="34232" y="99756"/>
                </a:cubicBezTo>
                <a:cubicBezTo>
                  <a:pt x="34217" y="101231"/>
                  <a:pt x="35281" y="102492"/>
                  <a:pt x="36740" y="102720"/>
                </a:cubicBezTo>
                <a:lnTo>
                  <a:pt x="65014" y="107053"/>
                </a:lnTo>
                <a:moveTo>
                  <a:pt x="159641" y="121532"/>
                </a:moveTo>
                <a:cubicBezTo>
                  <a:pt x="161062" y="121706"/>
                  <a:pt x="162407" y="120848"/>
                  <a:pt x="162833" y="119480"/>
                </a:cubicBezTo>
                <a:cubicBezTo>
                  <a:pt x="164178" y="113954"/>
                  <a:pt x="164832" y="108292"/>
                  <a:pt x="164771" y="102606"/>
                </a:cubicBezTo>
                <a:cubicBezTo>
                  <a:pt x="164915" y="79075"/>
                  <a:pt x="152367" y="57285"/>
                  <a:pt x="131937" y="45603"/>
                </a:cubicBezTo>
                <a:cubicBezTo>
                  <a:pt x="131017" y="45093"/>
                  <a:pt x="129892" y="45093"/>
                  <a:pt x="128973" y="45603"/>
                </a:cubicBezTo>
                <a:cubicBezTo>
                  <a:pt x="128106" y="46180"/>
                  <a:pt x="127627" y="47183"/>
                  <a:pt x="127718" y="48225"/>
                </a:cubicBezTo>
                <a:lnTo>
                  <a:pt x="132279" y="114577"/>
                </a:lnTo>
                <a:cubicBezTo>
                  <a:pt x="132408" y="115884"/>
                  <a:pt x="133381" y="116956"/>
                  <a:pt x="134673" y="117199"/>
                </a:cubicBezTo>
                <a:lnTo>
                  <a:pt x="159641" y="121532"/>
                </a:lnTo>
                <a:moveTo>
                  <a:pt x="134787" y="152086"/>
                </a:moveTo>
                <a:cubicBezTo>
                  <a:pt x="134916" y="153119"/>
                  <a:pt x="135555" y="154024"/>
                  <a:pt x="136497" y="154480"/>
                </a:cubicBezTo>
                <a:cubicBezTo>
                  <a:pt x="137409" y="155035"/>
                  <a:pt x="138549" y="155035"/>
                  <a:pt x="139461" y="154480"/>
                </a:cubicBezTo>
                <a:cubicBezTo>
                  <a:pt x="143984" y="150938"/>
                  <a:pt x="148050" y="146841"/>
                  <a:pt x="151546" y="142281"/>
                </a:cubicBezTo>
                <a:cubicBezTo>
                  <a:pt x="152055" y="141399"/>
                  <a:pt x="152055" y="140313"/>
                  <a:pt x="151546" y="139431"/>
                </a:cubicBezTo>
                <a:cubicBezTo>
                  <a:pt x="151204" y="138496"/>
                  <a:pt x="150368" y="137835"/>
                  <a:pt x="149380" y="137721"/>
                </a:cubicBezTo>
                <a:lnTo>
                  <a:pt x="136839" y="135441"/>
                </a:lnTo>
                <a:cubicBezTo>
                  <a:pt x="135980" y="135304"/>
                  <a:pt x="135106" y="135555"/>
                  <a:pt x="134445" y="136125"/>
                </a:cubicBezTo>
                <a:cubicBezTo>
                  <a:pt x="133867" y="136748"/>
                  <a:pt x="133540" y="137561"/>
                  <a:pt x="133533" y="138405"/>
                </a:cubicBezTo>
                <a:lnTo>
                  <a:pt x="134787" y="152086"/>
                </a:lnTo>
                <a:moveTo>
                  <a:pt x="41415" y="120734"/>
                </a:moveTo>
                <a:cubicBezTo>
                  <a:pt x="40427" y="120612"/>
                  <a:pt x="39439" y="121000"/>
                  <a:pt x="38793" y="121760"/>
                </a:cubicBezTo>
                <a:cubicBezTo>
                  <a:pt x="38344" y="122619"/>
                  <a:pt x="38344" y="123637"/>
                  <a:pt x="38793" y="124496"/>
                </a:cubicBezTo>
                <a:cubicBezTo>
                  <a:pt x="40791" y="130090"/>
                  <a:pt x="43550" y="135387"/>
                  <a:pt x="47001" y="140229"/>
                </a:cubicBezTo>
                <a:cubicBezTo>
                  <a:pt x="47518" y="141095"/>
                  <a:pt x="48445" y="141627"/>
                  <a:pt x="49456" y="141627"/>
                </a:cubicBezTo>
                <a:cubicBezTo>
                  <a:pt x="50459" y="141627"/>
                  <a:pt x="51387" y="141095"/>
                  <a:pt x="51903" y="140229"/>
                </a:cubicBezTo>
                <a:lnTo>
                  <a:pt x="58174" y="127232"/>
                </a:lnTo>
                <a:cubicBezTo>
                  <a:pt x="58577" y="126442"/>
                  <a:pt x="58577" y="125514"/>
                  <a:pt x="58174" y="124724"/>
                </a:cubicBezTo>
                <a:cubicBezTo>
                  <a:pt x="57786" y="123911"/>
                  <a:pt x="57011" y="123348"/>
                  <a:pt x="56122" y="123242"/>
                </a:cubicBezTo>
                <a:lnTo>
                  <a:pt x="41415" y="120734"/>
                </a:lnTo>
                <a:moveTo>
                  <a:pt x="199543" y="188226"/>
                </a:moveTo>
                <a:lnTo>
                  <a:pt x="199543" y="17215"/>
                </a:lnTo>
                <a:cubicBezTo>
                  <a:pt x="199543" y="7752"/>
                  <a:pt x="191905" y="60"/>
                  <a:pt x="182442" y="0"/>
                </a:cubicBezTo>
                <a:lnTo>
                  <a:pt x="17131" y="0"/>
                </a:lnTo>
                <a:cubicBezTo>
                  <a:pt x="7729" y="0"/>
                  <a:pt x="91" y="7585"/>
                  <a:pt x="30" y="16987"/>
                </a:cubicBezTo>
                <a:lnTo>
                  <a:pt x="30" y="187998"/>
                </a:lnTo>
                <a:cubicBezTo>
                  <a:pt x="0" y="192551"/>
                  <a:pt x="1786" y="196929"/>
                  <a:pt x="5001" y="200167"/>
                </a:cubicBezTo>
                <a:cubicBezTo>
                  <a:pt x="8208" y="203397"/>
                  <a:pt x="12578" y="205213"/>
                  <a:pt x="17131" y="205213"/>
                </a:cubicBezTo>
                <a:lnTo>
                  <a:pt x="182442" y="205213"/>
                </a:lnTo>
                <a:cubicBezTo>
                  <a:pt x="191844" y="205213"/>
                  <a:pt x="199483" y="197628"/>
                  <a:pt x="199543" y="188226"/>
                </a:cubicBezTo>
                <a:moveTo>
                  <a:pt x="119738" y="188226"/>
                </a:moveTo>
                <a:lnTo>
                  <a:pt x="119738" y="185262"/>
                </a:lnTo>
                <a:cubicBezTo>
                  <a:pt x="119723" y="184403"/>
                  <a:pt x="119297" y="183597"/>
                  <a:pt x="118598" y="183096"/>
                </a:cubicBezTo>
                <a:cubicBezTo>
                  <a:pt x="117876" y="182746"/>
                  <a:pt x="117040" y="182746"/>
                  <a:pt x="116318" y="183096"/>
                </a:cubicBezTo>
                <a:cubicBezTo>
                  <a:pt x="110769" y="184243"/>
                  <a:pt x="105115" y="184821"/>
                  <a:pt x="99445" y="184806"/>
                </a:cubicBezTo>
                <a:cubicBezTo>
                  <a:pt x="84722" y="184859"/>
                  <a:pt x="70266" y="180922"/>
                  <a:pt x="57604" y="173405"/>
                </a:cubicBezTo>
                <a:cubicBezTo>
                  <a:pt x="56867" y="173124"/>
                  <a:pt x="56061" y="173124"/>
                  <a:pt x="55324" y="173405"/>
                </a:cubicBezTo>
                <a:cubicBezTo>
                  <a:pt x="54541" y="173626"/>
                  <a:pt x="53880" y="174165"/>
                  <a:pt x="53500" y="174887"/>
                </a:cubicBezTo>
                <a:lnTo>
                  <a:pt x="50763" y="180816"/>
                </a:lnTo>
                <a:cubicBezTo>
                  <a:pt x="48628" y="184966"/>
                  <a:pt x="43619" y="186714"/>
                  <a:pt x="39363" y="184806"/>
                </a:cubicBezTo>
                <a:cubicBezTo>
                  <a:pt x="35167" y="182708"/>
                  <a:pt x="33396" y="177661"/>
                  <a:pt x="35372" y="173405"/>
                </a:cubicBezTo>
                <a:lnTo>
                  <a:pt x="40503" y="162916"/>
                </a:lnTo>
                <a:cubicBezTo>
                  <a:pt x="41187" y="161966"/>
                  <a:pt x="41187" y="160674"/>
                  <a:pt x="40503" y="159724"/>
                </a:cubicBezTo>
                <a:cubicBezTo>
                  <a:pt x="29854" y="148536"/>
                  <a:pt x="22550" y="134597"/>
                  <a:pt x="19411" y="119480"/>
                </a:cubicBezTo>
                <a:cubicBezTo>
                  <a:pt x="19206" y="118461"/>
                  <a:pt x="18469" y="117625"/>
                  <a:pt x="17473" y="117313"/>
                </a:cubicBezTo>
                <a:cubicBezTo>
                  <a:pt x="14205" y="116219"/>
                  <a:pt x="11917" y="113262"/>
                  <a:pt x="11666" y="109827"/>
                </a:cubicBezTo>
                <a:cubicBezTo>
                  <a:pt x="11423" y="106391"/>
                  <a:pt x="13255" y="103138"/>
                  <a:pt x="16333" y="101580"/>
                </a:cubicBezTo>
                <a:cubicBezTo>
                  <a:pt x="17245" y="101109"/>
                  <a:pt x="17846" y="100205"/>
                  <a:pt x="17929" y="99186"/>
                </a:cubicBezTo>
                <a:cubicBezTo>
                  <a:pt x="20057" y="55377"/>
                  <a:pt x="56160" y="20931"/>
                  <a:pt x="100015" y="20863"/>
                </a:cubicBezTo>
                <a:lnTo>
                  <a:pt x="107197" y="20863"/>
                </a:lnTo>
                <a:cubicBezTo>
                  <a:pt x="108330" y="20985"/>
                  <a:pt x="109416" y="20399"/>
                  <a:pt x="109933" y="19381"/>
                </a:cubicBezTo>
                <a:cubicBezTo>
                  <a:pt x="111552" y="15565"/>
                  <a:pt x="115732" y="13528"/>
                  <a:pt x="119738" y="14592"/>
                </a:cubicBezTo>
                <a:cubicBezTo>
                  <a:pt x="123181" y="15847"/>
                  <a:pt x="125469" y="19138"/>
                  <a:pt x="125438" y="22801"/>
                </a:cubicBezTo>
                <a:cubicBezTo>
                  <a:pt x="125552" y="23850"/>
                  <a:pt x="126267" y="24739"/>
                  <a:pt x="127262" y="25081"/>
                </a:cubicBezTo>
                <a:cubicBezTo>
                  <a:pt x="160218" y="36626"/>
                  <a:pt x="182328" y="67682"/>
                  <a:pt x="182442" y="102606"/>
                </a:cubicBezTo>
                <a:cubicBezTo>
                  <a:pt x="182419" y="109014"/>
                  <a:pt x="181690" y="115398"/>
                  <a:pt x="180276" y="121646"/>
                </a:cubicBezTo>
                <a:cubicBezTo>
                  <a:pt x="180071" y="122375"/>
                  <a:pt x="180177" y="123151"/>
                  <a:pt x="180565" y="123797"/>
                </a:cubicBezTo>
                <a:cubicBezTo>
                  <a:pt x="180952" y="124450"/>
                  <a:pt x="181591" y="124906"/>
                  <a:pt x="182328" y="125066"/>
                </a:cubicBezTo>
                <a:cubicBezTo>
                  <a:pt x="186394" y="126252"/>
                  <a:pt x="188979" y="130234"/>
                  <a:pt x="188409" y="134430"/>
                </a:cubicBezTo>
                <a:cubicBezTo>
                  <a:pt x="187839" y="138625"/>
                  <a:pt x="184282" y="141772"/>
                  <a:pt x="180048" y="141825"/>
                </a:cubicBezTo>
                <a:lnTo>
                  <a:pt x="175032" y="141141"/>
                </a:lnTo>
                <a:cubicBezTo>
                  <a:pt x="173831" y="140981"/>
                  <a:pt x="172660" y="141574"/>
                  <a:pt x="172067" y="142623"/>
                </a:cubicBezTo>
                <a:cubicBezTo>
                  <a:pt x="164285" y="156471"/>
                  <a:pt x="152694" y="167788"/>
                  <a:pt x="138663" y="175229"/>
                </a:cubicBezTo>
                <a:cubicBezTo>
                  <a:pt x="137645" y="175746"/>
                  <a:pt x="137060" y="176833"/>
                  <a:pt x="137181" y="177965"/>
                </a:cubicBezTo>
                <a:lnTo>
                  <a:pt x="137865" y="187542"/>
                </a:lnTo>
                <a:cubicBezTo>
                  <a:pt x="138177" y="192262"/>
                  <a:pt x="134605" y="196344"/>
                  <a:pt x="129885" y="196663"/>
                </a:cubicBezTo>
                <a:cubicBezTo>
                  <a:pt x="125165" y="196974"/>
                  <a:pt x="121076" y="193402"/>
                  <a:pt x="120764" y="188682"/>
                </a:cubicBezTo>
                <a:lnTo>
                  <a:pt x="119738" y="18868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463260" y="4315264"/>
            <a:ext cx="274462" cy="273876"/>
          </a:xfrm>
          <a:custGeom>
            <a:avLst/>
            <a:gdLst/>
            <a:ahLst/>
            <a:cxnLst/>
            <a:rect l="0" t="0" r="0" b="0"/>
            <a:pathLst>
              <a:path w="274462" h="273876">
                <a:moveTo>
                  <a:pt x="64429" y="180724"/>
                </a:moveTo>
                <a:lnTo>
                  <a:pt x="33647" y="211507"/>
                </a:lnTo>
                <a:cubicBezTo>
                  <a:pt x="21083" y="211028"/>
                  <a:pt x="9553" y="218446"/>
                  <a:pt x="4780" y="230075"/>
                </a:cubicBezTo>
                <a:cubicBezTo>
                  <a:pt x="0" y="241703"/>
                  <a:pt x="2987" y="255080"/>
                  <a:pt x="12259" y="263578"/>
                </a:cubicBezTo>
                <a:cubicBezTo>
                  <a:pt x="21524" y="272067"/>
                  <a:pt x="35114" y="273876"/>
                  <a:pt x="46279" y="268108"/>
                </a:cubicBezTo>
                <a:cubicBezTo>
                  <a:pt x="57452" y="262331"/>
                  <a:pt x="63829" y="250201"/>
                  <a:pt x="62263" y="237728"/>
                </a:cubicBezTo>
                <a:lnTo>
                  <a:pt x="91905" y="208086"/>
                </a:lnTo>
                <a:lnTo>
                  <a:pt x="64429" y="180724"/>
                </a:lnTo>
                <a:moveTo>
                  <a:pt x="219365" y="151196"/>
                </a:moveTo>
                <a:cubicBezTo>
                  <a:pt x="204134" y="151174"/>
                  <a:pt x="189571" y="157444"/>
                  <a:pt x="179121" y="168526"/>
                </a:cubicBezTo>
                <a:lnTo>
                  <a:pt x="178209" y="169438"/>
                </a:lnTo>
                <a:lnTo>
                  <a:pt x="176499" y="171490"/>
                </a:lnTo>
                <a:lnTo>
                  <a:pt x="174788" y="173542"/>
                </a:lnTo>
                <a:cubicBezTo>
                  <a:pt x="173990" y="174682"/>
                  <a:pt x="173192" y="175708"/>
                  <a:pt x="172508" y="176848"/>
                </a:cubicBezTo>
                <a:cubicBezTo>
                  <a:pt x="170205" y="180428"/>
                  <a:pt x="168290" y="184251"/>
                  <a:pt x="166808" y="188249"/>
                </a:cubicBezTo>
                <a:lnTo>
                  <a:pt x="166808" y="189047"/>
                </a:lnTo>
                <a:cubicBezTo>
                  <a:pt x="164931" y="194671"/>
                  <a:pt x="163965" y="200562"/>
                  <a:pt x="163958" y="206490"/>
                </a:cubicBezTo>
                <a:lnTo>
                  <a:pt x="163958" y="225073"/>
                </a:lnTo>
                <a:cubicBezTo>
                  <a:pt x="163973" y="227384"/>
                  <a:pt x="164824" y="229611"/>
                  <a:pt x="166352" y="231344"/>
                </a:cubicBezTo>
                <a:cubicBezTo>
                  <a:pt x="168062" y="233092"/>
                  <a:pt x="170403" y="234072"/>
                  <a:pt x="172850" y="234080"/>
                </a:cubicBezTo>
                <a:lnTo>
                  <a:pt x="174332" y="234080"/>
                </a:lnTo>
                <a:cubicBezTo>
                  <a:pt x="175419" y="234095"/>
                  <a:pt x="176499" y="234285"/>
                  <a:pt x="177525" y="234650"/>
                </a:cubicBezTo>
                <a:lnTo>
                  <a:pt x="178779" y="234650"/>
                </a:lnTo>
                <a:cubicBezTo>
                  <a:pt x="179546" y="235114"/>
                  <a:pt x="180268" y="235653"/>
                  <a:pt x="180945" y="236246"/>
                </a:cubicBezTo>
                <a:cubicBezTo>
                  <a:pt x="182245" y="237645"/>
                  <a:pt x="183111" y="239385"/>
                  <a:pt x="183453" y="241263"/>
                </a:cubicBezTo>
                <a:lnTo>
                  <a:pt x="185391" y="261100"/>
                </a:lnTo>
                <a:lnTo>
                  <a:pt x="185391" y="264178"/>
                </a:lnTo>
                <a:cubicBezTo>
                  <a:pt x="185330" y="264482"/>
                  <a:pt x="185330" y="264786"/>
                  <a:pt x="185391" y="265090"/>
                </a:cubicBezTo>
                <a:cubicBezTo>
                  <a:pt x="185794" y="266093"/>
                  <a:pt x="186417" y="266983"/>
                  <a:pt x="187215" y="267712"/>
                </a:cubicBezTo>
                <a:cubicBezTo>
                  <a:pt x="187831" y="268404"/>
                  <a:pt x="188568" y="268982"/>
                  <a:pt x="189381" y="269422"/>
                </a:cubicBezTo>
                <a:lnTo>
                  <a:pt x="190065" y="269422"/>
                </a:lnTo>
                <a:cubicBezTo>
                  <a:pt x="191221" y="269916"/>
                  <a:pt x="192460" y="270182"/>
                  <a:pt x="193714" y="270220"/>
                </a:cubicBezTo>
                <a:lnTo>
                  <a:pt x="198730" y="270220"/>
                </a:lnTo>
                <a:lnTo>
                  <a:pt x="198730" y="254829"/>
                </a:lnTo>
                <a:cubicBezTo>
                  <a:pt x="198730" y="251683"/>
                  <a:pt x="201284" y="249129"/>
                  <a:pt x="204430" y="249129"/>
                </a:cubicBezTo>
                <a:cubicBezTo>
                  <a:pt x="207577" y="249129"/>
                  <a:pt x="210131" y="251683"/>
                  <a:pt x="210131" y="254829"/>
                </a:cubicBezTo>
                <a:lnTo>
                  <a:pt x="210131" y="271931"/>
                </a:lnTo>
                <a:lnTo>
                  <a:pt x="226548" y="271931"/>
                </a:lnTo>
                <a:lnTo>
                  <a:pt x="226548" y="254829"/>
                </a:lnTo>
                <a:cubicBezTo>
                  <a:pt x="226548" y="251683"/>
                  <a:pt x="229102" y="249129"/>
                  <a:pt x="232248" y="249129"/>
                </a:cubicBezTo>
                <a:cubicBezTo>
                  <a:pt x="235395" y="249129"/>
                  <a:pt x="237949" y="251683"/>
                  <a:pt x="237949" y="254829"/>
                </a:cubicBezTo>
                <a:lnTo>
                  <a:pt x="237949" y="271931"/>
                </a:lnTo>
                <a:lnTo>
                  <a:pt x="242965" y="271931"/>
                </a:lnTo>
                <a:cubicBezTo>
                  <a:pt x="245458" y="271893"/>
                  <a:pt x="247837" y="270867"/>
                  <a:pt x="249577" y="269080"/>
                </a:cubicBezTo>
                <a:cubicBezTo>
                  <a:pt x="250892" y="267743"/>
                  <a:pt x="251766" y="266033"/>
                  <a:pt x="252086" y="264178"/>
                </a:cubicBezTo>
                <a:lnTo>
                  <a:pt x="253910" y="244455"/>
                </a:lnTo>
                <a:lnTo>
                  <a:pt x="253910" y="242517"/>
                </a:lnTo>
                <a:cubicBezTo>
                  <a:pt x="254031" y="241688"/>
                  <a:pt x="254259" y="240890"/>
                  <a:pt x="254594" y="240122"/>
                </a:cubicBezTo>
                <a:lnTo>
                  <a:pt x="254594" y="239438"/>
                </a:lnTo>
                <a:cubicBezTo>
                  <a:pt x="254989" y="238724"/>
                  <a:pt x="255483" y="238070"/>
                  <a:pt x="256076" y="237500"/>
                </a:cubicBezTo>
                <a:cubicBezTo>
                  <a:pt x="256562" y="237090"/>
                  <a:pt x="257102" y="236748"/>
                  <a:pt x="257672" y="236474"/>
                </a:cubicBezTo>
                <a:lnTo>
                  <a:pt x="258470" y="236474"/>
                </a:lnTo>
                <a:cubicBezTo>
                  <a:pt x="259595" y="236018"/>
                  <a:pt x="260796" y="235783"/>
                  <a:pt x="262004" y="235790"/>
                </a:cubicBezTo>
                <a:lnTo>
                  <a:pt x="266223" y="235790"/>
                </a:lnTo>
                <a:cubicBezTo>
                  <a:pt x="267317" y="235357"/>
                  <a:pt x="268358" y="234787"/>
                  <a:pt x="269301" y="234080"/>
                </a:cubicBezTo>
                <a:lnTo>
                  <a:pt x="269985" y="233396"/>
                </a:lnTo>
                <a:lnTo>
                  <a:pt x="269985" y="232712"/>
                </a:lnTo>
                <a:cubicBezTo>
                  <a:pt x="270547" y="232020"/>
                  <a:pt x="271011" y="231253"/>
                  <a:pt x="271353" y="230432"/>
                </a:cubicBezTo>
                <a:cubicBezTo>
                  <a:pt x="271467" y="229406"/>
                  <a:pt x="271467" y="228380"/>
                  <a:pt x="271353" y="227354"/>
                </a:cubicBezTo>
                <a:lnTo>
                  <a:pt x="271353" y="206832"/>
                </a:lnTo>
                <a:cubicBezTo>
                  <a:pt x="271414" y="177479"/>
                  <a:pt x="248658" y="153119"/>
                  <a:pt x="219365" y="151196"/>
                </a:cubicBezTo>
                <a:moveTo>
                  <a:pt x="196564" y="216181"/>
                </a:moveTo>
                <a:cubicBezTo>
                  <a:pt x="191403" y="216181"/>
                  <a:pt x="187215" y="211993"/>
                  <a:pt x="187215" y="206832"/>
                </a:cubicBezTo>
                <a:cubicBezTo>
                  <a:pt x="187276" y="201717"/>
                  <a:pt x="191449" y="197598"/>
                  <a:pt x="196564" y="197598"/>
                </a:cubicBezTo>
                <a:cubicBezTo>
                  <a:pt x="201664" y="197598"/>
                  <a:pt x="205799" y="201732"/>
                  <a:pt x="205799" y="206832"/>
                </a:cubicBezTo>
                <a:cubicBezTo>
                  <a:pt x="205806" y="209432"/>
                  <a:pt x="204727" y="211925"/>
                  <a:pt x="202827" y="213695"/>
                </a:cubicBezTo>
                <a:cubicBezTo>
                  <a:pt x="200919" y="215474"/>
                  <a:pt x="198365" y="216371"/>
                  <a:pt x="195766" y="216181"/>
                </a:cubicBezTo>
                <a:lnTo>
                  <a:pt x="196564" y="216181"/>
                </a:lnTo>
                <a:moveTo>
                  <a:pt x="242851" y="216181"/>
                </a:moveTo>
                <a:cubicBezTo>
                  <a:pt x="237736" y="216120"/>
                  <a:pt x="233616" y="211947"/>
                  <a:pt x="233616" y="206832"/>
                </a:cubicBezTo>
                <a:cubicBezTo>
                  <a:pt x="233616" y="201732"/>
                  <a:pt x="237751" y="197598"/>
                  <a:pt x="242851" y="197598"/>
                </a:cubicBezTo>
                <a:cubicBezTo>
                  <a:pt x="247966" y="197598"/>
                  <a:pt x="252139" y="201717"/>
                  <a:pt x="252200" y="206832"/>
                </a:cubicBezTo>
                <a:cubicBezTo>
                  <a:pt x="252200" y="209371"/>
                  <a:pt x="251166" y="211803"/>
                  <a:pt x="249342" y="213566"/>
                </a:cubicBezTo>
                <a:cubicBezTo>
                  <a:pt x="247510" y="215330"/>
                  <a:pt x="245048" y="216272"/>
                  <a:pt x="242509" y="216181"/>
                </a:cubicBezTo>
                <a:moveTo>
                  <a:pt x="250376" y="128167"/>
                </a:moveTo>
                <a:cubicBezTo>
                  <a:pt x="256768" y="128197"/>
                  <a:pt x="262901" y="125674"/>
                  <a:pt x="267416" y="121152"/>
                </a:cubicBezTo>
                <a:cubicBezTo>
                  <a:pt x="271938" y="116637"/>
                  <a:pt x="274462" y="110503"/>
                  <a:pt x="274431" y="104111"/>
                </a:cubicBezTo>
                <a:cubicBezTo>
                  <a:pt x="274431" y="83476"/>
                  <a:pt x="250376" y="59306"/>
                  <a:pt x="250376" y="59306"/>
                </a:cubicBezTo>
                <a:cubicBezTo>
                  <a:pt x="250376" y="59306"/>
                  <a:pt x="226320" y="83476"/>
                  <a:pt x="226320" y="104111"/>
                </a:cubicBezTo>
                <a:cubicBezTo>
                  <a:pt x="226290" y="110503"/>
                  <a:pt x="228813" y="116637"/>
                  <a:pt x="233335" y="121152"/>
                </a:cubicBezTo>
                <a:cubicBezTo>
                  <a:pt x="237850" y="125674"/>
                  <a:pt x="243984" y="128197"/>
                  <a:pt x="250376" y="128167"/>
                </a:cubicBezTo>
                <a:moveTo>
                  <a:pt x="82328" y="150284"/>
                </a:moveTo>
                <a:lnTo>
                  <a:pt x="81758" y="150284"/>
                </a:lnTo>
                <a:lnTo>
                  <a:pt x="66025" y="134095"/>
                </a:lnTo>
                <a:cubicBezTo>
                  <a:pt x="62316" y="130318"/>
                  <a:pt x="57239" y="128182"/>
                  <a:pt x="51941" y="128182"/>
                </a:cubicBezTo>
                <a:cubicBezTo>
                  <a:pt x="46651" y="128182"/>
                  <a:pt x="41574" y="130318"/>
                  <a:pt x="37865" y="134095"/>
                </a:cubicBezTo>
                <a:cubicBezTo>
                  <a:pt x="36239" y="135684"/>
                  <a:pt x="35319" y="137865"/>
                  <a:pt x="35319" y="140138"/>
                </a:cubicBezTo>
                <a:cubicBezTo>
                  <a:pt x="35319" y="142410"/>
                  <a:pt x="36239" y="144592"/>
                  <a:pt x="37865" y="146180"/>
                </a:cubicBezTo>
                <a:cubicBezTo>
                  <a:pt x="39469" y="147784"/>
                  <a:pt x="41643" y="148688"/>
                  <a:pt x="43908" y="148688"/>
                </a:cubicBezTo>
                <a:cubicBezTo>
                  <a:pt x="46119" y="148734"/>
                  <a:pt x="48270" y="147959"/>
                  <a:pt x="49950" y="146522"/>
                </a:cubicBezTo>
                <a:cubicBezTo>
                  <a:pt x="50452" y="145975"/>
                  <a:pt x="51151" y="145648"/>
                  <a:pt x="51888" y="145610"/>
                </a:cubicBezTo>
                <a:cubicBezTo>
                  <a:pt x="52671" y="145618"/>
                  <a:pt x="53408" y="145952"/>
                  <a:pt x="53940" y="146522"/>
                </a:cubicBezTo>
                <a:lnTo>
                  <a:pt x="126449" y="219031"/>
                </a:lnTo>
                <a:cubicBezTo>
                  <a:pt x="128045" y="220642"/>
                  <a:pt x="130219" y="221547"/>
                  <a:pt x="132492" y="221539"/>
                </a:cubicBezTo>
                <a:cubicBezTo>
                  <a:pt x="134772" y="221592"/>
                  <a:pt x="136961" y="220680"/>
                  <a:pt x="138534" y="219031"/>
                </a:cubicBezTo>
                <a:cubicBezTo>
                  <a:pt x="140161" y="217443"/>
                  <a:pt x="141080" y="215261"/>
                  <a:pt x="141080" y="212989"/>
                </a:cubicBezTo>
                <a:cubicBezTo>
                  <a:pt x="141080" y="210716"/>
                  <a:pt x="140161" y="208535"/>
                  <a:pt x="138534" y="206946"/>
                </a:cubicBezTo>
                <a:lnTo>
                  <a:pt x="121205" y="189617"/>
                </a:lnTo>
                <a:cubicBezTo>
                  <a:pt x="125651" y="186995"/>
                  <a:pt x="130667" y="183917"/>
                  <a:pt x="136140" y="180268"/>
                </a:cubicBezTo>
                <a:cubicBezTo>
                  <a:pt x="172964" y="154731"/>
                  <a:pt x="229170" y="103883"/>
                  <a:pt x="216515" y="30120"/>
                </a:cubicBezTo>
                <a:cubicBezTo>
                  <a:pt x="214957" y="21083"/>
                  <a:pt x="212517" y="12229"/>
                  <a:pt x="209219" y="3671"/>
                </a:cubicBezTo>
                <a:cubicBezTo>
                  <a:pt x="208428" y="1656"/>
                  <a:pt x="206581" y="250"/>
                  <a:pt x="204430" y="22"/>
                </a:cubicBezTo>
                <a:cubicBezTo>
                  <a:pt x="202302" y="0"/>
                  <a:pt x="200303" y="1026"/>
                  <a:pt x="199072" y="2758"/>
                </a:cubicBezTo>
                <a:cubicBezTo>
                  <a:pt x="167712" y="50512"/>
                  <a:pt x="132644" y="95720"/>
                  <a:pt x="94185" y="137972"/>
                </a:cubicBezTo>
                <a:cubicBezTo>
                  <a:pt x="90081" y="142418"/>
                  <a:pt x="86090" y="146522"/>
                  <a:pt x="82328" y="15028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464810" y="5089452"/>
            <a:ext cx="273618" cy="273565"/>
          </a:xfrm>
          <a:custGeom>
            <a:avLst/>
            <a:gdLst/>
            <a:ahLst/>
            <a:cxnLst/>
            <a:rect l="0" t="0" r="0" b="0"/>
            <a:pathLst>
              <a:path w="273618" h="273565">
                <a:moveTo>
                  <a:pt x="48286" y="26966"/>
                </a:moveTo>
                <a:cubicBezTo>
                  <a:pt x="48932" y="16622"/>
                  <a:pt x="42692" y="7091"/>
                  <a:pt x="32955" y="3549"/>
                </a:cubicBezTo>
                <a:cubicBezTo>
                  <a:pt x="23219" y="0"/>
                  <a:pt x="12305" y="3291"/>
                  <a:pt x="6156" y="11628"/>
                </a:cubicBezTo>
                <a:cubicBezTo>
                  <a:pt x="0" y="19966"/>
                  <a:pt x="76" y="31359"/>
                  <a:pt x="6331" y="39621"/>
                </a:cubicBezTo>
                <a:cubicBezTo>
                  <a:pt x="10047" y="44318"/>
                  <a:pt x="15368" y="47480"/>
                  <a:pt x="21266" y="48514"/>
                </a:cubicBezTo>
                <a:lnTo>
                  <a:pt x="49312" y="95827"/>
                </a:lnTo>
                <a:lnTo>
                  <a:pt x="86478" y="67781"/>
                </a:lnTo>
                <a:lnTo>
                  <a:pt x="48286" y="26966"/>
                </a:lnTo>
                <a:moveTo>
                  <a:pt x="158417" y="142912"/>
                </a:moveTo>
                <a:cubicBezTo>
                  <a:pt x="148004" y="145564"/>
                  <a:pt x="137006" y="141855"/>
                  <a:pt x="130333" y="133434"/>
                </a:cubicBezTo>
                <a:cubicBezTo>
                  <a:pt x="123660" y="125005"/>
                  <a:pt x="122558" y="113452"/>
                  <a:pt x="127521" y="103921"/>
                </a:cubicBezTo>
                <a:lnTo>
                  <a:pt x="107114" y="87504"/>
                </a:lnTo>
                <a:lnTo>
                  <a:pt x="125811" y="73253"/>
                </a:lnTo>
                <a:cubicBezTo>
                  <a:pt x="129907" y="70099"/>
                  <a:pt x="132590" y="65440"/>
                  <a:pt x="133252" y="60302"/>
                </a:cubicBezTo>
                <a:cubicBezTo>
                  <a:pt x="133913" y="55172"/>
                  <a:pt x="132507" y="49988"/>
                  <a:pt x="129345" y="45891"/>
                </a:cubicBezTo>
                <a:cubicBezTo>
                  <a:pt x="126480" y="42152"/>
                  <a:pt x="121121" y="41437"/>
                  <a:pt x="117374" y="44295"/>
                </a:cubicBezTo>
                <a:cubicBezTo>
                  <a:pt x="116059" y="45321"/>
                  <a:pt x="115071" y="46712"/>
                  <a:pt x="114524" y="48286"/>
                </a:cubicBezTo>
                <a:cubicBezTo>
                  <a:pt x="113559" y="50984"/>
                  <a:pt x="114030" y="53994"/>
                  <a:pt x="115778" y="56266"/>
                </a:cubicBezTo>
                <a:cubicBezTo>
                  <a:pt x="116234" y="56715"/>
                  <a:pt x="116500" y="57330"/>
                  <a:pt x="116500" y="57976"/>
                </a:cubicBezTo>
                <a:cubicBezTo>
                  <a:pt x="116500" y="58622"/>
                  <a:pt x="116234" y="59238"/>
                  <a:pt x="115778" y="59686"/>
                </a:cubicBezTo>
                <a:lnTo>
                  <a:pt x="36771" y="119768"/>
                </a:lnTo>
                <a:cubicBezTo>
                  <a:pt x="33662" y="122140"/>
                  <a:pt x="31359" y="125400"/>
                  <a:pt x="30158" y="129117"/>
                </a:cubicBezTo>
                <a:cubicBezTo>
                  <a:pt x="27939" y="135380"/>
                  <a:pt x="29056" y="142334"/>
                  <a:pt x="33123" y="147586"/>
                </a:cubicBezTo>
                <a:cubicBezTo>
                  <a:pt x="34726" y="149752"/>
                  <a:pt x="37265" y="151022"/>
                  <a:pt x="39963" y="151006"/>
                </a:cubicBezTo>
                <a:cubicBezTo>
                  <a:pt x="41833" y="151029"/>
                  <a:pt x="43657" y="150383"/>
                  <a:pt x="45093" y="149182"/>
                </a:cubicBezTo>
                <a:cubicBezTo>
                  <a:pt x="48536" y="146393"/>
                  <a:pt x="49236" y="141415"/>
                  <a:pt x="46689" y="137782"/>
                </a:cubicBezTo>
                <a:cubicBezTo>
                  <a:pt x="45793" y="136816"/>
                  <a:pt x="45793" y="135327"/>
                  <a:pt x="46689" y="134361"/>
                </a:cubicBezTo>
                <a:lnTo>
                  <a:pt x="68807" y="116576"/>
                </a:lnTo>
                <a:lnTo>
                  <a:pt x="114410" y="176316"/>
                </a:lnTo>
                <a:cubicBezTo>
                  <a:pt x="124207" y="188986"/>
                  <a:pt x="136611" y="199407"/>
                  <a:pt x="150778" y="206870"/>
                </a:cubicBezTo>
                <a:lnTo>
                  <a:pt x="197294" y="231154"/>
                </a:lnTo>
                <a:cubicBezTo>
                  <a:pt x="199118" y="228988"/>
                  <a:pt x="200942" y="227050"/>
                  <a:pt x="202880" y="225111"/>
                </a:cubicBezTo>
                <a:lnTo>
                  <a:pt x="158417" y="142912"/>
                </a:lnTo>
                <a:moveTo>
                  <a:pt x="211773" y="139948"/>
                </a:moveTo>
                <a:cubicBezTo>
                  <a:pt x="223173" y="127407"/>
                  <a:pt x="248027" y="92863"/>
                  <a:pt x="214281" y="78498"/>
                </a:cubicBezTo>
                <a:cubicBezTo>
                  <a:pt x="212160" y="77563"/>
                  <a:pt x="209872" y="77061"/>
                  <a:pt x="207554" y="77015"/>
                </a:cubicBezTo>
                <a:cubicBezTo>
                  <a:pt x="194459" y="77015"/>
                  <a:pt x="183841" y="87633"/>
                  <a:pt x="183841" y="100729"/>
                </a:cubicBezTo>
                <a:cubicBezTo>
                  <a:pt x="186022" y="115512"/>
                  <a:pt x="192802" y="129239"/>
                  <a:pt x="203222" y="139948"/>
                </a:cubicBezTo>
                <a:cubicBezTo>
                  <a:pt x="204286" y="141209"/>
                  <a:pt x="205852" y="141939"/>
                  <a:pt x="207501" y="141939"/>
                </a:cubicBezTo>
                <a:cubicBezTo>
                  <a:pt x="209143" y="141939"/>
                  <a:pt x="210708" y="141209"/>
                  <a:pt x="211773" y="139948"/>
                </a:cubicBezTo>
                <a:moveTo>
                  <a:pt x="168678" y="59800"/>
                </a:moveTo>
                <a:cubicBezTo>
                  <a:pt x="174963" y="55704"/>
                  <a:pt x="179881" y="49828"/>
                  <a:pt x="182815" y="42927"/>
                </a:cubicBezTo>
                <a:cubicBezTo>
                  <a:pt x="184950" y="35684"/>
                  <a:pt x="180816" y="28083"/>
                  <a:pt x="173580" y="25940"/>
                </a:cubicBezTo>
                <a:cubicBezTo>
                  <a:pt x="170099" y="24884"/>
                  <a:pt x="166344" y="25264"/>
                  <a:pt x="163152" y="27004"/>
                </a:cubicBezTo>
                <a:cubicBezTo>
                  <a:pt x="159960" y="28737"/>
                  <a:pt x="157596" y="31678"/>
                  <a:pt x="156593" y="35175"/>
                </a:cubicBezTo>
                <a:cubicBezTo>
                  <a:pt x="155445" y="42722"/>
                  <a:pt x="156638" y="50444"/>
                  <a:pt x="160013" y="57292"/>
                </a:cubicBezTo>
                <a:cubicBezTo>
                  <a:pt x="160659" y="58934"/>
                  <a:pt x="162035" y="60180"/>
                  <a:pt x="163730" y="60674"/>
                </a:cubicBezTo>
                <a:cubicBezTo>
                  <a:pt x="165425" y="61161"/>
                  <a:pt x="167249" y="60842"/>
                  <a:pt x="168678" y="59800"/>
                </a:cubicBezTo>
                <a:moveTo>
                  <a:pt x="60028" y="195469"/>
                </a:moveTo>
                <a:cubicBezTo>
                  <a:pt x="47290" y="192627"/>
                  <a:pt x="34635" y="200554"/>
                  <a:pt x="31640" y="213255"/>
                </a:cubicBezTo>
                <a:cubicBezTo>
                  <a:pt x="31184" y="215550"/>
                  <a:pt x="31184" y="217914"/>
                  <a:pt x="31640" y="220209"/>
                </a:cubicBezTo>
                <a:cubicBezTo>
                  <a:pt x="38025" y="256350"/>
                  <a:pt x="77243" y="239248"/>
                  <a:pt x="92064" y="231610"/>
                </a:cubicBezTo>
                <a:cubicBezTo>
                  <a:pt x="93531" y="230865"/>
                  <a:pt x="94595" y="229505"/>
                  <a:pt x="94968" y="227901"/>
                </a:cubicBezTo>
                <a:cubicBezTo>
                  <a:pt x="95340" y="226297"/>
                  <a:pt x="94991" y="224610"/>
                  <a:pt x="94003" y="223287"/>
                </a:cubicBezTo>
                <a:cubicBezTo>
                  <a:pt x="85878" y="210678"/>
                  <a:pt x="73990" y="200949"/>
                  <a:pt x="60028" y="195469"/>
                </a:cubicBezTo>
                <a:moveTo>
                  <a:pt x="273337" y="207668"/>
                </a:moveTo>
                <a:cubicBezTo>
                  <a:pt x="273192" y="204643"/>
                  <a:pt x="271847" y="201801"/>
                  <a:pt x="269597" y="199771"/>
                </a:cubicBezTo>
                <a:cubicBezTo>
                  <a:pt x="267355" y="197734"/>
                  <a:pt x="264391" y="196686"/>
                  <a:pt x="261366" y="196838"/>
                </a:cubicBezTo>
                <a:cubicBezTo>
                  <a:pt x="239279" y="199201"/>
                  <a:pt x="218719" y="209204"/>
                  <a:pt x="203222" y="225111"/>
                </a:cubicBezTo>
                <a:cubicBezTo>
                  <a:pt x="201284" y="227050"/>
                  <a:pt x="199460" y="228988"/>
                  <a:pt x="197636" y="231154"/>
                </a:cubicBezTo>
                <a:cubicBezTo>
                  <a:pt x="190810" y="239020"/>
                  <a:pt x="185551" y="248111"/>
                  <a:pt x="182131" y="257946"/>
                </a:cubicBezTo>
                <a:cubicBezTo>
                  <a:pt x="180975" y="260902"/>
                  <a:pt x="181104" y="264208"/>
                  <a:pt x="182495" y="267066"/>
                </a:cubicBezTo>
                <a:cubicBezTo>
                  <a:pt x="183879" y="269916"/>
                  <a:pt x="186394" y="272067"/>
                  <a:pt x="189427" y="272995"/>
                </a:cubicBezTo>
                <a:cubicBezTo>
                  <a:pt x="190575" y="273352"/>
                  <a:pt x="191760" y="273542"/>
                  <a:pt x="192961" y="273565"/>
                </a:cubicBezTo>
                <a:cubicBezTo>
                  <a:pt x="197894" y="273565"/>
                  <a:pt x="202264" y="270388"/>
                  <a:pt x="203792" y="265698"/>
                </a:cubicBezTo>
                <a:cubicBezTo>
                  <a:pt x="213771" y="241073"/>
                  <a:pt x="236170" y="223667"/>
                  <a:pt x="262506" y="220095"/>
                </a:cubicBezTo>
                <a:cubicBezTo>
                  <a:pt x="265615" y="219951"/>
                  <a:pt x="268533" y="218545"/>
                  <a:pt x="270578" y="216196"/>
                </a:cubicBezTo>
                <a:cubicBezTo>
                  <a:pt x="272622" y="213847"/>
                  <a:pt x="273618" y="210769"/>
                  <a:pt x="273337" y="20766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95651" y="2614862"/>
            <a:ext cx="1671933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484848"/>
                </a:solidFill>
                <a:latin typeface="Roboto"/>
              </a:rPr>
              <a:t>French Revolution’s Jacobins
employ public executions and
state-sponsored terror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0303" y="5536276"/>
            <a:ext cx="1752083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 dirty="0" err="1">
                <a:solidFill>
                  <a:srgbClr val="484848"/>
                </a:solidFill>
                <a:latin typeface="Roboto"/>
              </a:rPr>
              <a:t>Hipparch</a:t>
            </a:r>
            <a:r>
              <a:rPr sz="1000" b="0" dirty="0">
                <a:solidFill>
                  <a:srgbClr val="484848"/>
                </a:solidFill>
                <a:latin typeface="Roboto"/>
              </a:rPr>
              <a:t>, co-ruler of Athens, is
assassinated in a political plot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18367" y="2557680"/>
            <a:ext cx="109004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E55753"/>
                </a:solidFill>
                <a:latin typeface="Arial Black" panose="020B0A04020102020204" pitchFamily="34" charset="0"/>
              </a:rPr>
              <a:t>1793-1794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19059" y="3279907"/>
            <a:ext cx="1548502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dirty="0" err="1">
                <a:solidFill>
                  <a:srgbClr val="DE8431"/>
                </a:solidFill>
                <a:latin typeface="Arial Black" panose="020B0A04020102020204" pitchFamily="34" charset="0"/>
              </a:rPr>
              <a:t>Nizari</a:t>
            </a:r>
            <a:r>
              <a:rPr sz="1500" b="1" dirty="0">
                <a:solidFill>
                  <a:srgbClr val="DE8431"/>
                </a:solidFill>
                <a:latin typeface="Arial Black" panose="020B0A04020102020204" pitchFamily="34" charset="0"/>
              </a:rPr>
              <a:t> </a:t>
            </a:r>
            <a:r>
              <a:rPr sz="1500" b="1" dirty="0" err="1">
                <a:solidFill>
                  <a:srgbClr val="DE8431"/>
                </a:solidFill>
                <a:latin typeface="Arial Black" panose="020B0A04020102020204" pitchFamily="34" charset="0"/>
              </a:rPr>
              <a:t>Isma’ilis</a:t>
            </a:r>
            <a:r>
              <a:rPr sz="1500" b="1" dirty="0">
                <a:solidFill>
                  <a:srgbClr val="DE8431"/>
                </a:solidFill>
                <a:latin typeface="Arial Black" panose="020B0A04020102020204" pitchFamily="34" charset="0"/>
              </a:rPr>
              <a:t>
(</a:t>
            </a:r>
            <a:r>
              <a:rPr sz="1500" b="1" dirty="0" err="1">
                <a:solidFill>
                  <a:srgbClr val="DE8431"/>
                </a:solidFill>
                <a:latin typeface="Arial Black" panose="020B0A04020102020204" pitchFamily="34" charset="0"/>
              </a:rPr>
              <a:t>Assasseens</a:t>
            </a:r>
            <a:r>
              <a:rPr sz="1100" b="1" dirty="0">
                <a:solidFill>
                  <a:srgbClr val="DE8431"/>
                </a:solidFill>
                <a:latin typeface="Robot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5233" y="1954894"/>
            <a:ext cx="136569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969696"/>
                </a:solidFill>
                <a:latin typeface="Arial Black" panose="020B0A04020102020204" pitchFamily="34" charset="0"/>
              </a:rPr>
              <a:t>19th Century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231" y="3732137"/>
            <a:ext cx="1896353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484848"/>
                </a:solidFill>
                <a:latin typeface="Roboto"/>
              </a:rPr>
              <a:t>Shi’ite Muslim sect uses selective
terror against Sunni Muslims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5335" y="3364799"/>
            <a:ext cx="109004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DE8431"/>
                </a:solidFill>
                <a:latin typeface="Arial Black" panose="020B0A04020102020204" pitchFamily="34" charset="0"/>
              </a:rPr>
              <a:t>1090-1275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7084" y="1546990"/>
            <a:ext cx="1120500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rgbClr val="969696"/>
                </a:solidFill>
                <a:latin typeface="Arial Black" panose="020B0A04020102020204" pitchFamily="34" charset="0"/>
              </a:rPr>
              <a:t>Anarchism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563" y="4237571"/>
            <a:ext cx="2547044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rgbClr val="E55753"/>
                </a:solidFill>
                <a:latin typeface="Arial Black" panose="020B0A04020102020204" pitchFamily="34" charset="0"/>
              </a:rPr>
              <a:t>Assassination of Caesar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5075" y="1816808"/>
            <a:ext cx="1782540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484848"/>
                </a:solidFill>
                <a:latin typeface="Roboto"/>
              </a:rPr>
              <a:t>New type of terrorism emerges,
targeting individuals selectively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7698" y="4530191"/>
            <a:ext cx="1851469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484848"/>
                </a:solidFill>
                <a:latin typeface="Roboto"/>
              </a:rPr>
              <a:t>Julius Caesar is assassinated by
Roman senators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6885" y="4465587"/>
            <a:ext cx="743730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E55753"/>
                </a:solidFill>
                <a:latin typeface="Arial Black" panose="020B0A04020102020204" pitchFamily="34" charset="0"/>
              </a:rPr>
              <a:t>42 A.D.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10394" y="347560"/>
            <a:ext cx="2850524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rgbClr val="484848"/>
                </a:solidFill>
                <a:latin typeface="Arial Black" panose="020B0A04020102020204" pitchFamily="34" charset="0"/>
              </a:rPr>
              <a:t>History of Terrorism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31626" y="5012823"/>
            <a:ext cx="173598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rgbClr val="E55753"/>
                </a:solidFill>
                <a:latin typeface="Arial Black" panose="020B0A04020102020204" pitchFamily="34" charset="0"/>
              </a:rPr>
              <a:t>Assassination of
</a:t>
            </a:r>
            <a:r>
              <a:rPr sz="1500" b="1" dirty="0" err="1">
                <a:solidFill>
                  <a:srgbClr val="E55753"/>
                </a:solidFill>
                <a:latin typeface="Arial Black" panose="020B0A04020102020204" pitchFamily="34" charset="0"/>
              </a:rPr>
              <a:t>Hipparch</a:t>
            </a:r>
            <a:endParaRPr sz="1500" b="1" dirty="0">
              <a:solidFill>
                <a:srgbClr val="E55753"/>
              </a:solidFill>
              <a:latin typeface="Arial Black" panose="020B0A040201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445679" y="5240839"/>
            <a:ext cx="871970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E55753"/>
                </a:solidFill>
                <a:latin typeface="Arial Black" panose="020B0A04020102020204" pitchFamily="34" charset="0"/>
              </a:rPr>
              <a:t>514 A.D.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12226" y="2322242"/>
            <a:ext cx="145533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rgbClr val="E55753"/>
                </a:solidFill>
                <a:latin typeface="Arial Black" panose="020B0A04020102020204" pitchFamily="34" charset="0"/>
              </a:rPr>
              <a:t>Jacobin Party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914251" y="2331464"/>
            <a:ext cx="2531288" cy="2525490"/>
          </a:xfrm>
          <a:custGeom>
            <a:avLst/>
            <a:gdLst/>
            <a:ahLst/>
            <a:cxnLst/>
            <a:rect l="0" t="0" r="0" b="0"/>
            <a:pathLst>
              <a:path w="2171986" h="2171986">
                <a:moveTo>
                  <a:pt x="2171986" y="1085993"/>
                </a:moveTo>
                <a:cubicBezTo>
                  <a:pt x="2171986" y="1685771"/>
                  <a:pt x="1685771" y="2171986"/>
                  <a:pt x="1085993" y="2171986"/>
                </a:cubicBezTo>
                <a:cubicBezTo>
                  <a:pt x="486215" y="2171986"/>
                  <a:pt x="0" y="1685771"/>
                  <a:pt x="0" y="1085993"/>
                </a:cubicBezTo>
                <a:cubicBezTo>
                  <a:pt x="0" y="486215"/>
                  <a:pt x="486215" y="0"/>
                  <a:pt x="1085993" y="0"/>
                </a:cubicBezTo>
                <a:cubicBezTo>
                  <a:pt x="1685771" y="0"/>
                  <a:pt x="2171986" y="486215"/>
                  <a:pt x="2171986" y="1085993"/>
                </a:cubicBezTo>
                <a:close/>
              </a:path>
            </a:pathLst>
          </a:custGeom>
          <a:noFill/>
          <a:ln w="825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17477" y="4604091"/>
            <a:ext cx="1188720" cy="1133560"/>
          </a:xfrm>
          <a:custGeom>
            <a:avLst/>
            <a:gdLst/>
            <a:ahLst/>
            <a:cxnLst/>
            <a:rect l="0" t="0" r="0" b="0"/>
            <a:pathLst>
              <a:path w="1188720" h="1133560">
                <a:moveTo>
                  <a:pt x="1838" y="108112"/>
                </a:moveTo>
                <a:cubicBezTo>
                  <a:pt x="171357" y="108112"/>
                  <a:pt x="331806" y="69270"/>
                  <a:pt x="474772" y="0"/>
                </a:cubicBezTo>
                <a:lnTo>
                  <a:pt x="804840" y="685528"/>
                </a:lnTo>
                <a:cubicBezTo>
                  <a:pt x="561521" y="803343"/>
                  <a:pt x="288473" y="869400"/>
                  <a:pt x="0" y="869400"/>
                </a:cubicBezTo>
                <a:lnTo>
                  <a:pt x="1838" y="108112"/>
                </a:lnTo>
                <a:moveTo>
                  <a:pt x="1188720" y="1067520"/>
                </a:moveTo>
                <a:cubicBezTo>
                  <a:pt x="1188720" y="1031043"/>
                  <a:pt x="1159150" y="1001480"/>
                  <a:pt x="1122680" y="1001480"/>
                </a:cubicBezTo>
                <a:cubicBezTo>
                  <a:pt x="1086209" y="1001480"/>
                  <a:pt x="1056640" y="1031043"/>
                  <a:pt x="1056640" y="1067520"/>
                </a:cubicBezTo>
                <a:cubicBezTo>
                  <a:pt x="1056640" y="1103990"/>
                  <a:pt x="1086209" y="1133560"/>
                  <a:pt x="1122680" y="1133560"/>
                </a:cubicBezTo>
                <a:cubicBezTo>
                  <a:pt x="1159150" y="1133560"/>
                  <a:pt x="1188720" y="1103990"/>
                  <a:pt x="1188720" y="1067520"/>
                </a:cubicBezTo>
              </a:path>
            </a:pathLst>
          </a:custGeom>
          <a:solidFill>
            <a:srgbClr val="CD6A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05062" y="4634294"/>
            <a:ext cx="1188720" cy="1133557"/>
          </a:xfrm>
          <a:custGeom>
            <a:avLst/>
            <a:gdLst/>
            <a:ahLst/>
            <a:cxnLst/>
            <a:rect l="0" t="0" r="0" b="0"/>
            <a:pathLst>
              <a:path w="1188720" h="1133557">
                <a:moveTo>
                  <a:pt x="1837" y="108110"/>
                </a:moveTo>
                <a:cubicBezTo>
                  <a:pt x="171357" y="108110"/>
                  <a:pt x="331806" y="69268"/>
                  <a:pt x="474770" y="0"/>
                </a:cubicBezTo>
                <a:lnTo>
                  <a:pt x="804839" y="685526"/>
                </a:lnTo>
                <a:cubicBezTo>
                  <a:pt x="561522" y="803341"/>
                  <a:pt x="288475" y="869400"/>
                  <a:pt x="0" y="869400"/>
                </a:cubicBezTo>
                <a:lnTo>
                  <a:pt x="1837" y="108110"/>
                </a:lnTo>
                <a:close/>
                <a:moveTo>
                  <a:pt x="1188720" y="1067517"/>
                </a:moveTo>
                <a:cubicBezTo>
                  <a:pt x="1188720" y="1031044"/>
                  <a:pt x="1159152" y="1001477"/>
                  <a:pt x="1122680" y="1001477"/>
                </a:cubicBezTo>
                <a:cubicBezTo>
                  <a:pt x="1086207" y="1001477"/>
                  <a:pt x="1056640" y="1031044"/>
                  <a:pt x="1056640" y="1067517"/>
                </a:cubicBezTo>
                <a:cubicBezTo>
                  <a:pt x="1056640" y="1103990"/>
                  <a:pt x="1086207" y="1133557"/>
                  <a:pt x="1122680" y="1133557"/>
                </a:cubicBezTo>
                <a:cubicBezTo>
                  <a:pt x="1159152" y="1133557"/>
                  <a:pt x="1188720" y="1103990"/>
                  <a:pt x="1188720" y="1067517"/>
                </a:cubicBezTo>
                <a:close/>
                <a:moveTo>
                  <a:pt x="1056640" y="1067517"/>
                </a:moveTo>
                <a:lnTo>
                  <a:pt x="500803" y="1067517"/>
                </a:lnTo>
                <a:cubicBezTo>
                  <a:pt x="433936" y="1067517"/>
                  <a:pt x="379729" y="1013311"/>
                  <a:pt x="379729" y="946444"/>
                </a:cubicBezTo>
                <a:lnTo>
                  <a:pt x="379729" y="830360"/>
                </a:lnTo>
              </a:path>
            </a:pathLst>
          </a:custGeom>
          <a:noFill/>
          <a:ln w="8254">
            <a:solidFill>
              <a:srgbClr val="CD6AF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792249" y="4301085"/>
            <a:ext cx="1506427" cy="988530"/>
          </a:xfrm>
          <a:custGeom>
            <a:avLst/>
            <a:gdLst/>
            <a:ahLst/>
            <a:cxnLst/>
            <a:rect l="0" t="0" r="0" b="0"/>
            <a:pathLst>
              <a:path w="1506427" h="988530">
                <a:moveTo>
                  <a:pt x="330067" y="988530"/>
                </a:moveTo>
                <a:lnTo>
                  <a:pt x="0" y="303008"/>
                </a:lnTo>
                <a:cubicBezTo>
                  <a:pt x="147764" y="231409"/>
                  <a:pt x="276845" y="127314"/>
                  <a:pt x="377957" y="0"/>
                </a:cubicBezTo>
                <a:lnTo>
                  <a:pt x="972527" y="474299"/>
                </a:lnTo>
                <a:cubicBezTo>
                  <a:pt x="800492" y="690332"/>
                  <a:pt x="581102" y="866978"/>
                  <a:pt x="330067" y="988530"/>
                </a:cubicBezTo>
                <a:moveTo>
                  <a:pt x="1506427" y="776162"/>
                </a:moveTo>
                <a:cubicBezTo>
                  <a:pt x="1506427" y="739692"/>
                  <a:pt x="1476863" y="710122"/>
                  <a:pt x="1440387" y="710122"/>
                </a:cubicBezTo>
                <a:cubicBezTo>
                  <a:pt x="1403916" y="710122"/>
                  <a:pt x="1374347" y="739692"/>
                  <a:pt x="1374347" y="776162"/>
                </a:cubicBezTo>
                <a:cubicBezTo>
                  <a:pt x="1374347" y="812638"/>
                  <a:pt x="1403916" y="842202"/>
                  <a:pt x="1440387" y="842202"/>
                </a:cubicBezTo>
                <a:cubicBezTo>
                  <a:pt x="1476863" y="842202"/>
                  <a:pt x="1506427" y="812638"/>
                  <a:pt x="1506427" y="776162"/>
                </a:cubicBezTo>
              </a:path>
            </a:pathLst>
          </a:custGeom>
          <a:solidFill>
            <a:srgbClr val="886A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792249" y="4301085"/>
            <a:ext cx="1506429" cy="988532"/>
          </a:xfrm>
          <a:custGeom>
            <a:avLst/>
            <a:gdLst/>
            <a:ahLst/>
            <a:cxnLst/>
            <a:rect l="0" t="0" r="0" b="0"/>
            <a:pathLst>
              <a:path w="1506429" h="988532">
                <a:moveTo>
                  <a:pt x="330069" y="988532"/>
                </a:moveTo>
                <a:lnTo>
                  <a:pt x="0" y="303006"/>
                </a:lnTo>
                <a:cubicBezTo>
                  <a:pt x="147762" y="231412"/>
                  <a:pt x="276844" y="127313"/>
                  <a:pt x="377957" y="0"/>
                </a:cubicBezTo>
                <a:lnTo>
                  <a:pt x="972529" y="474300"/>
                </a:lnTo>
                <a:cubicBezTo>
                  <a:pt x="800493" y="690333"/>
                  <a:pt x="581104" y="866979"/>
                  <a:pt x="330069" y="988532"/>
                </a:cubicBezTo>
                <a:close/>
                <a:moveTo>
                  <a:pt x="1506429" y="776163"/>
                </a:moveTo>
                <a:cubicBezTo>
                  <a:pt x="1506429" y="739690"/>
                  <a:pt x="1476862" y="710123"/>
                  <a:pt x="1440389" y="710123"/>
                </a:cubicBezTo>
                <a:cubicBezTo>
                  <a:pt x="1403916" y="710123"/>
                  <a:pt x="1374349" y="739690"/>
                  <a:pt x="1374349" y="776163"/>
                </a:cubicBezTo>
                <a:cubicBezTo>
                  <a:pt x="1374349" y="812636"/>
                  <a:pt x="1403916" y="842203"/>
                  <a:pt x="1440389" y="842203"/>
                </a:cubicBezTo>
                <a:cubicBezTo>
                  <a:pt x="1476862" y="842203"/>
                  <a:pt x="1506429" y="812636"/>
                  <a:pt x="1506429" y="776163"/>
                </a:cubicBezTo>
                <a:close/>
                <a:moveTo>
                  <a:pt x="1374349" y="776163"/>
                </a:moveTo>
                <a:lnTo>
                  <a:pt x="669204" y="776163"/>
                </a:lnTo>
              </a:path>
            </a:pathLst>
          </a:custGeom>
          <a:noFill/>
          <a:ln w="8254">
            <a:solidFill>
              <a:srgbClr val="886A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70207" y="3864107"/>
            <a:ext cx="1458669" cy="911269"/>
          </a:xfrm>
          <a:custGeom>
            <a:avLst/>
            <a:gdLst/>
            <a:ahLst/>
            <a:cxnLst/>
            <a:rect l="0" t="0" r="0" b="0"/>
            <a:pathLst>
              <a:path w="1458669" h="911269">
                <a:moveTo>
                  <a:pt x="1458669" y="547240"/>
                </a:moveTo>
                <a:cubicBezTo>
                  <a:pt x="1458669" y="583711"/>
                  <a:pt x="1429105" y="613280"/>
                  <a:pt x="1392629" y="613280"/>
                </a:cubicBezTo>
                <a:cubicBezTo>
                  <a:pt x="1356158" y="613280"/>
                  <a:pt x="1326589" y="583711"/>
                  <a:pt x="1326589" y="547240"/>
                </a:cubicBezTo>
                <a:cubicBezTo>
                  <a:pt x="1326589" y="510764"/>
                  <a:pt x="1356158" y="481200"/>
                  <a:pt x="1392629" y="481200"/>
                </a:cubicBezTo>
                <a:cubicBezTo>
                  <a:pt x="1429105" y="481200"/>
                  <a:pt x="1458669" y="510764"/>
                  <a:pt x="1458669" y="547240"/>
                </a:cubicBezTo>
                <a:moveTo>
                  <a:pt x="594569" y="911269"/>
                </a:moveTo>
                <a:lnTo>
                  <a:pt x="0" y="436970"/>
                </a:lnTo>
                <a:cubicBezTo>
                  <a:pt x="100023" y="311031"/>
                  <a:pt x="172672" y="162375"/>
                  <a:pt x="208961" y="0"/>
                </a:cubicBezTo>
                <a:lnTo>
                  <a:pt x="950942" y="169530"/>
                </a:lnTo>
                <a:cubicBezTo>
                  <a:pt x="921164" y="301324"/>
                  <a:pt x="877313" y="427779"/>
                  <a:pt x="821047" y="547240"/>
                </a:cubicBezTo>
                <a:cubicBezTo>
                  <a:pt x="759625" y="677641"/>
                  <a:pt x="683414" y="799705"/>
                  <a:pt x="594569" y="911269"/>
                </a:cubicBezTo>
              </a:path>
            </a:pathLst>
          </a:custGeom>
          <a:solidFill>
            <a:srgbClr val="4F92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70207" y="3864107"/>
            <a:ext cx="1458672" cy="911269"/>
          </a:xfrm>
          <a:custGeom>
            <a:avLst/>
            <a:gdLst/>
            <a:ahLst/>
            <a:cxnLst/>
            <a:rect l="0" t="0" r="0" b="0"/>
            <a:pathLst>
              <a:path w="1458672" h="911269">
                <a:moveTo>
                  <a:pt x="1458672" y="547237"/>
                </a:moveTo>
                <a:cubicBezTo>
                  <a:pt x="1458672" y="583710"/>
                  <a:pt x="1429105" y="613277"/>
                  <a:pt x="1392632" y="613277"/>
                </a:cubicBezTo>
                <a:cubicBezTo>
                  <a:pt x="1356158" y="613277"/>
                  <a:pt x="1326592" y="583710"/>
                  <a:pt x="1326592" y="547237"/>
                </a:cubicBezTo>
                <a:cubicBezTo>
                  <a:pt x="1326592" y="510764"/>
                  <a:pt x="1356158" y="481197"/>
                  <a:pt x="1392632" y="481197"/>
                </a:cubicBezTo>
                <a:cubicBezTo>
                  <a:pt x="1429105" y="481197"/>
                  <a:pt x="1458672" y="510764"/>
                  <a:pt x="1458672" y="547237"/>
                </a:cubicBezTo>
                <a:close/>
                <a:moveTo>
                  <a:pt x="594571" y="911269"/>
                </a:moveTo>
                <a:lnTo>
                  <a:pt x="0" y="436969"/>
                </a:lnTo>
                <a:cubicBezTo>
                  <a:pt x="100020" y="311030"/>
                  <a:pt x="172672" y="162376"/>
                  <a:pt x="208962" y="0"/>
                </a:cubicBezTo>
                <a:lnTo>
                  <a:pt x="950944" y="169527"/>
                </a:lnTo>
                <a:cubicBezTo>
                  <a:pt x="921165" y="301321"/>
                  <a:pt x="877311" y="427779"/>
                  <a:pt x="821046" y="547237"/>
                </a:cubicBezTo>
                <a:cubicBezTo>
                  <a:pt x="759625" y="677643"/>
                  <a:pt x="683412" y="799708"/>
                  <a:pt x="594571" y="911269"/>
                </a:cubicBezTo>
                <a:close/>
                <a:moveTo>
                  <a:pt x="1321088" y="547237"/>
                </a:moveTo>
                <a:lnTo>
                  <a:pt x="821046" y="547237"/>
                </a:lnTo>
              </a:path>
            </a:pathLst>
          </a:custGeom>
          <a:noFill/>
          <a:ln w="8254">
            <a:solidFill>
              <a:srgbClr val="4F92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77275" y="3210673"/>
            <a:ext cx="1455224" cy="822968"/>
          </a:xfrm>
          <a:custGeom>
            <a:avLst/>
            <a:gdLst/>
            <a:ahLst/>
            <a:cxnLst/>
            <a:rect l="0" t="0" r="0" b="0"/>
            <a:pathLst>
              <a:path w="1455224" h="822968">
                <a:moveTo>
                  <a:pt x="1455224" y="413696"/>
                </a:moveTo>
                <a:cubicBezTo>
                  <a:pt x="1455224" y="450167"/>
                  <a:pt x="1425655" y="479736"/>
                  <a:pt x="1389184" y="479736"/>
                </a:cubicBezTo>
                <a:cubicBezTo>
                  <a:pt x="1352708" y="479736"/>
                  <a:pt x="1323144" y="450167"/>
                  <a:pt x="1323144" y="413696"/>
                </a:cubicBezTo>
                <a:cubicBezTo>
                  <a:pt x="1323144" y="377225"/>
                  <a:pt x="1352708" y="347656"/>
                  <a:pt x="1389184" y="347656"/>
                </a:cubicBezTo>
                <a:cubicBezTo>
                  <a:pt x="1425655" y="347656"/>
                  <a:pt x="1455224" y="377225"/>
                  <a:pt x="1455224" y="413696"/>
                </a:cubicBezTo>
                <a:moveTo>
                  <a:pt x="1893" y="653443"/>
                </a:moveTo>
                <a:cubicBezTo>
                  <a:pt x="19003" y="576875"/>
                  <a:pt x="28028" y="497259"/>
                  <a:pt x="28028" y="415534"/>
                </a:cubicBezTo>
                <a:cubicBezTo>
                  <a:pt x="28028" y="330849"/>
                  <a:pt x="18337" y="248425"/>
                  <a:pt x="0" y="169321"/>
                </a:cubicBezTo>
                <a:lnTo>
                  <a:pt x="742867" y="0"/>
                </a:lnTo>
                <a:cubicBezTo>
                  <a:pt x="773262" y="133004"/>
                  <a:pt x="789321" y="271473"/>
                  <a:pt x="789321" y="413696"/>
                </a:cubicBezTo>
                <a:cubicBezTo>
                  <a:pt x="789321" y="554339"/>
                  <a:pt x="773620" y="691317"/>
                  <a:pt x="743869" y="822968"/>
                </a:cubicBezTo>
                <a:lnTo>
                  <a:pt x="1893" y="653443"/>
                </a:lnTo>
              </a:path>
            </a:pathLst>
          </a:custGeom>
          <a:solidFill>
            <a:srgbClr val="1AC6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77275" y="3210673"/>
            <a:ext cx="1455223" cy="822970"/>
          </a:xfrm>
          <a:custGeom>
            <a:avLst/>
            <a:gdLst/>
            <a:ahLst/>
            <a:cxnLst/>
            <a:rect l="0" t="0" r="0" b="0"/>
            <a:pathLst>
              <a:path w="1455223" h="822970">
                <a:moveTo>
                  <a:pt x="1455223" y="413696"/>
                </a:moveTo>
                <a:cubicBezTo>
                  <a:pt x="1455223" y="450168"/>
                  <a:pt x="1425656" y="479736"/>
                  <a:pt x="1389183" y="479736"/>
                </a:cubicBezTo>
                <a:cubicBezTo>
                  <a:pt x="1352710" y="479736"/>
                  <a:pt x="1323143" y="450168"/>
                  <a:pt x="1323143" y="413696"/>
                </a:cubicBezTo>
                <a:cubicBezTo>
                  <a:pt x="1323143" y="377223"/>
                  <a:pt x="1352710" y="347656"/>
                  <a:pt x="1389183" y="347656"/>
                </a:cubicBezTo>
                <a:cubicBezTo>
                  <a:pt x="1425656" y="347656"/>
                  <a:pt x="1455223" y="377223"/>
                  <a:pt x="1455223" y="413696"/>
                </a:cubicBezTo>
                <a:close/>
                <a:moveTo>
                  <a:pt x="1890" y="653442"/>
                </a:moveTo>
                <a:cubicBezTo>
                  <a:pt x="19003" y="576877"/>
                  <a:pt x="28030" y="497259"/>
                  <a:pt x="28030" y="415534"/>
                </a:cubicBezTo>
                <a:cubicBezTo>
                  <a:pt x="28030" y="330849"/>
                  <a:pt x="18337" y="248428"/>
                  <a:pt x="0" y="169319"/>
                </a:cubicBezTo>
                <a:lnTo>
                  <a:pt x="742865" y="0"/>
                </a:lnTo>
                <a:cubicBezTo>
                  <a:pt x="773264" y="133006"/>
                  <a:pt x="789319" y="271475"/>
                  <a:pt x="789319" y="413696"/>
                </a:cubicBezTo>
                <a:cubicBezTo>
                  <a:pt x="789319" y="554339"/>
                  <a:pt x="773617" y="691318"/>
                  <a:pt x="743871" y="822970"/>
                </a:cubicBezTo>
                <a:lnTo>
                  <a:pt x="1890" y="653442"/>
                </a:lnTo>
                <a:close/>
                <a:moveTo>
                  <a:pt x="1317639" y="413696"/>
                </a:moveTo>
                <a:lnTo>
                  <a:pt x="789319" y="413696"/>
                </a:lnTo>
              </a:path>
            </a:pathLst>
          </a:custGeom>
          <a:noFill/>
          <a:ln w="8254">
            <a:solidFill>
              <a:srgbClr val="1AC6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32419" y="2496089"/>
            <a:ext cx="1463545" cy="910174"/>
          </a:xfrm>
          <a:custGeom>
            <a:avLst/>
            <a:gdLst/>
            <a:ahLst/>
            <a:cxnLst/>
            <a:rect l="0" t="0" r="0" b="0"/>
            <a:pathLst>
              <a:path w="1463545" h="910174">
                <a:moveTo>
                  <a:pt x="1463545" y="362058"/>
                </a:moveTo>
                <a:cubicBezTo>
                  <a:pt x="1463545" y="398529"/>
                  <a:pt x="1433976" y="428098"/>
                  <a:pt x="1397505" y="428098"/>
                </a:cubicBezTo>
                <a:cubicBezTo>
                  <a:pt x="1361034" y="428098"/>
                  <a:pt x="1331465" y="398529"/>
                  <a:pt x="1331465" y="362058"/>
                </a:cubicBezTo>
                <a:cubicBezTo>
                  <a:pt x="1331465" y="325588"/>
                  <a:pt x="1361034" y="296018"/>
                  <a:pt x="1397505" y="296018"/>
                </a:cubicBezTo>
                <a:cubicBezTo>
                  <a:pt x="1433976" y="296018"/>
                  <a:pt x="1463545" y="325588"/>
                  <a:pt x="1463545" y="362058"/>
                </a:cubicBezTo>
                <a:moveTo>
                  <a:pt x="211944" y="910174"/>
                </a:moveTo>
                <a:cubicBezTo>
                  <a:pt x="174450" y="748414"/>
                  <a:pt x="100810" y="600507"/>
                  <a:pt x="0" y="475421"/>
                </a:cubicBezTo>
                <a:lnTo>
                  <a:pt x="596616" y="0"/>
                </a:lnTo>
                <a:cubicBezTo>
                  <a:pt x="685412" y="110947"/>
                  <a:pt x="761688" y="232345"/>
                  <a:pt x="823309" y="362058"/>
                </a:cubicBezTo>
                <a:cubicBezTo>
                  <a:pt x="880197" y="481800"/>
                  <a:pt x="924593" y="608630"/>
                  <a:pt x="954811" y="740858"/>
                </a:cubicBezTo>
                <a:lnTo>
                  <a:pt x="211944" y="910174"/>
                </a:lnTo>
              </a:path>
            </a:pathLst>
          </a:custGeom>
          <a:solidFill>
            <a:srgbClr val="44E09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170207" y="2610604"/>
            <a:ext cx="1463546" cy="910176"/>
          </a:xfrm>
          <a:custGeom>
            <a:avLst/>
            <a:gdLst/>
            <a:ahLst/>
            <a:cxnLst/>
            <a:rect l="0" t="0" r="0" b="0"/>
            <a:pathLst>
              <a:path w="1463546" h="910176">
                <a:moveTo>
                  <a:pt x="1463546" y="362059"/>
                </a:moveTo>
                <a:cubicBezTo>
                  <a:pt x="1463546" y="398532"/>
                  <a:pt x="1433978" y="428099"/>
                  <a:pt x="1397506" y="428099"/>
                </a:cubicBezTo>
                <a:cubicBezTo>
                  <a:pt x="1361033" y="428099"/>
                  <a:pt x="1331466" y="398532"/>
                  <a:pt x="1331466" y="362059"/>
                </a:cubicBezTo>
                <a:cubicBezTo>
                  <a:pt x="1331466" y="325586"/>
                  <a:pt x="1361033" y="296019"/>
                  <a:pt x="1397506" y="296019"/>
                </a:cubicBezTo>
                <a:cubicBezTo>
                  <a:pt x="1433978" y="296019"/>
                  <a:pt x="1463546" y="325586"/>
                  <a:pt x="1463546" y="362059"/>
                </a:cubicBezTo>
                <a:close/>
                <a:moveTo>
                  <a:pt x="211946" y="910176"/>
                </a:moveTo>
                <a:cubicBezTo>
                  <a:pt x="174450" y="748417"/>
                  <a:pt x="100812" y="600509"/>
                  <a:pt x="0" y="475421"/>
                </a:cubicBezTo>
                <a:lnTo>
                  <a:pt x="596618" y="0"/>
                </a:lnTo>
                <a:cubicBezTo>
                  <a:pt x="685413" y="110947"/>
                  <a:pt x="761691" y="232346"/>
                  <a:pt x="823312" y="362059"/>
                </a:cubicBezTo>
                <a:cubicBezTo>
                  <a:pt x="880197" y="481802"/>
                  <a:pt x="924591" y="608629"/>
                  <a:pt x="954811" y="740856"/>
                </a:cubicBezTo>
                <a:lnTo>
                  <a:pt x="211946" y="910176"/>
                </a:lnTo>
                <a:close/>
                <a:moveTo>
                  <a:pt x="1325962" y="362059"/>
                </a:moveTo>
                <a:lnTo>
                  <a:pt x="823312" y="362059"/>
                </a:lnTo>
              </a:path>
            </a:pathLst>
          </a:custGeom>
          <a:noFill/>
          <a:ln w="8254">
            <a:solidFill>
              <a:srgbClr val="44E09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86371" y="1957159"/>
            <a:ext cx="1512304" cy="988079"/>
          </a:xfrm>
          <a:custGeom>
            <a:avLst/>
            <a:gdLst/>
            <a:ahLst/>
            <a:cxnLst/>
            <a:rect l="0" t="0" r="0" b="0"/>
            <a:pathLst>
              <a:path w="1512304" h="988079">
                <a:moveTo>
                  <a:pt x="975581" y="512657"/>
                </a:moveTo>
                <a:lnTo>
                  <a:pt x="378959" y="988079"/>
                </a:lnTo>
                <a:cubicBezTo>
                  <a:pt x="277235" y="861860"/>
                  <a:pt x="147847" y="758876"/>
                  <a:pt x="0" y="688340"/>
                </a:cubicBezTo>
                <a:lnTo>
                  <a:pt x="331867" y="0"/>
                </a:lnTo>
                <a:cubicBezTo>
                  <a:pt x="583232" y="120952"/>
                  <a:pt x="803035" y="297069"/>
                  <a:pt x="975581" y="512657"/>
                </a:cubicBezTo>
                <a:moveTo>
                  <a:pt x="1512304" y="214327"/>
                </a:moveTo>
                <a:cubicBezTo>
                  <a:pt x="1512304" y="250803"/>
                  <a:pt x="1482741" y="280367"/>
                  <a:pt x="1446264" y="280367"/>
                </a:cubicBezTo>
                <a:cubicBezTo>
                  <a:pt x="1409794" y="280367"/>
                  <a:pt x="1380224" y="250803"/>
                  <a:pt x="1380224" y="214327"/>
                </a:cubicBezTo>
                <a:cubicBezTo>
                  <a:pt x="1380224" y="177856"/>
                  <a:pt x="1409794" y="148287"/>
                  <a:pt x="1446264" y="148287"/>
                </a:cubicBezTo>
                <a:cubicBezTo>
                  <a:pt x="1482741" y="148287"/>
                  <a:pt x="1512304" y="177856"/>
                  <a:pt x="1512304" y="214327"/>
                </a:cubicBezTo>
              </a:path>
            </a:pathLst>
          </a:custGeom>
          <a:solidFill>
            <a:srgbClr val="FFE60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86371" y="1957159"/>
            <a:ext cx="1512306" cy="988081"/>
          </a:xfrm>
          <a:custGeom>
            <a:avLst/>
            <a:gdLst/>
            <a:ahLst/>
            <a:cxnLst/>
            <a:rect l="0" t="0" r="0" b="0"/>
            <a:pathLst>
              <a:path w="1512306" h="988081">
                <a:moveTo>
                  <a:pt x="975579" y="512659"/>
                </a:moveTo>
                <a:lnTo>
                  <a:pt x="378960" y="988081"/>
                </a:lnTo>
                <a:cubicBezTo>
                  <a:pt x="277237" y="861863"/>
                  <a:pt x="147845" y="758878"/>
                  <a:pt x="0" y="688342"/>
                </a:cubicBezTo>
                <a:lnTo>
                  <a:pt x="331869" y="0"/>
                </a:lnTo>
                <a:cubicBezTo>
                  <a:pt x="583231" y="120949"/>
                  <a:pt x="803036" y="297071"/>
                  <a:pt x="975579" y="512659"/>
                </a:cubicBezTo>
                <a:close/>
                <a:moveTo>
                  <a:pt x="1512306" y="214328"/>
                </a:moveTo>
                <a:cubicBezTo>
                  <a:pt x="1512306" y="250801"/>
                  <a:pt x="1482739" y="280368"/>
                  <a:pt x="1446266" y="280368"/>
                </a:cubicBezTo>
                <a:cubicBezTo>
                  <a:pt x="1409793" y="280368"/>
                  <a:pt x="1380226" y="250801"/>
                  <a:pt x="1380226" y="214328"/>
                </a:cubicBezTo>
                <a:cubicBezTo>
                  <a:pt x="1380226" y="177856"/>
                  <a:pt x="1409793" y="148288"/>
                  <a:pt x="1446266" y="148288"/>
                </a:cubicBezTo>
                <a:cubicBezTo>
                  <a:pt x="1482739" y="148288"/>
                  <a:pt x="1512306" y="177856"/>
                  <a:pt x="1512306" y="214328"/>
                </a:cubicBezTo>
                <a:close/>
                <a:moveTo>
                  <a:pt x="1380226" y="214328"/>
                </a:moveTo>
                <a:lnTo>
                  <a:pt x="675071" y="214328"/>
                </a:lnTo>
              </a:path>
            </a:pathLst>
          </a:custGeom>
          <a:noFill/>
          <a:ln w="8254">
            <a:solidFill>
              <a:srgbClr val="FFE60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17477" y="1511088"/>
            <a:ext cx="1188720" cy="1134407"/>
          </a:xfrm>
          <a:custGeom>
            <a:avLst/>
            <a:gdLst/>
            <a:ahLst/>
            <a:cxnLst/>
            <a:rect l="0" t="0" r="0" b="0"/>
            <a:pathLst>
              <a:path w="1188720" h="1134407">
                <a:moveTo>
                  <a:pt x="468895" y="1134407"/>
                </a:moveTo>
                <a:cubicBezTo>
                  <a:pt x="327415" y="1066909"/>
                  <a:pt x="169040" y="1029123"/>
                  <a:pt x="1838" y="1029123"/>
                </a:cubicBezTo>
                <a:lnTo>
                  <a:pt x="0" y="264160"/>
                </a:lnTo>
                <a:cubicBezTo>
                  <a:pt x="286866" y="264160"/>
                  <a:pt x="558472" y="329484"/>
                  <a:pt x="800762" y="446067"/>
                </a:cubicBezTo>
                <a:lnTo>
                  <a:pt x="468895" y="1134407"/>
                </a:lnTo>
                <a:moveTo>
                  <a:pt x="1188720" y="66040"/>
                </a:moveTo>
                <a:cubicBezTo>
                  <a:pt x="1188720" y="102510"/>
                  <a:pt x="1159150" y="132080"/>
                  <a:pt x="1122680" y="132080"/>
                </a:cubicBezTo>
                <a:cubicBezTo>
                  <a:pt x="1086209" y="132080"/>
                  <a:pt x="1056640" y="102510"/>
                  <a:pt x="1056640" y="66040"/>
                </a:cubicBezTo>
                <a:cubicBezTo>
                  <a:pt x="1056640" y="29569"/>
                  <a:pt x="1086209" y="0"/>
                  <a:pt x="1122680" y="0"/>
                </a:cubicBezTo>
                <a:cubicBezTo>
                  <a:pt x="1159150" y="0"/>
                  <a:pt x="1188720" y="29569"/>
                  <a:pt x="1188720" y="66040"/>
                </a:cubicBezTo>
              </a:path>
            </a:pathLst>
          </a:custGeom>
          <a:solidFill>
            <a:srgbClr val="F995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17477" y="1511088"/>
            <a:ext cx="1188720" cy="1134408"/>
          </a:xfrm>
          <a:custGeom>
            <a:avLst/>
            <a:gdLst/>
            <a:ahLst/>
            <a:cxnLst/>
            <a:rect l="0" t="0" r="0" b="0"/>
            <a:pathLst>
              <a:path w="1188720" h="1134408">
                <a:moveTo>
                  <a:pt x="468893" y="1134408"/>
                </a:moveTo>
                <a:cubicBezTo>
                  <a:pt x="327415" y="1066909"/>
                  <a:pt x="169038" y="1029123"/>
                  <a:pt x="1837" y="1029123"/>
                </a:cubicBezTo>
                <a:lnTo>
                  <a:pt x="0" y="264160"/>
                </a:lnTo>
                <a:cubicBezTo>
                  <a:pt x="286865" y="264160"/>
                  <a:pt x="558474" y="329483"/>
                  <a:pt x="800762" y="446066"/>
                </a:cubicBezTo>
                <a:lnTo>
                  <a:pt x="468893" y="1134408"/>
                </a:lnTo>
                <a:close/>
                <a:moveTo>
                  <a:pt x="1188720" y="66040"/>
                </a:moveTo>
                <a:cubicBezTo>
                  <a:pt x="1188720" y="102512"/>
                  <a:pt x="1159152" y="132080"/>
                  <a:pt x="1122680" y="132080"/>
                </a:cubicBezTo>
                <a:cubicBezTo>
                  <a:pt x="1086207" y="132080"/>
                  <a:pt x="1056640" y="102512"/>
                  <a:pt x="1056640" y="66040"/>
                </a:cubicBezTo>
                <a:cubicBezTo>
                  <a:pt x="1056640" y="29567"/>
                  <a:pt x="1086207" y="0"/>
                  <a:pt x="1122680" y="0"/>
                </a:cubicBezTo>
                <a:cubicBezTo>
                  <a:pt x="1159152" y="0"/>
                  <a:pt x="1188720" y="29567"/>
                  <a:pt x="1188720" y="66040"/>
                </a:cubicBezTo>
                <a:close/>
                <a:moveTo>
                  <a:pt x="1056640" y="66040"/>
                </a:moveTo>
                <a:lnTo>
                  <a:pt x="500803" y="66040"/>
                </a:lnTo>
                <a:cubicBezTo>
                  <a:pt x="433936" y="66040"/>
                  <a:pt x="379729" y="120246"/>
                  <a:pt x="379729" y="187113"/>
                </a:cubicBezTo>
                <a:lnTo>
                  <a:pt x="379729" y="302683"/>
                </a:lnTo>
              </a:path>
            </a:pathLst>
          </a:custGeom>
          <a:noFill/>
          <a:ln w="8254">
            <a:solidFill>
              <a:srgbClr val="F995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2578" y="2399877"/>
            <a:ext cx="78939" cy="1926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2797" y="2556114"/>
            <a:ext cx="2745604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484848"/>
                </a:solidFill>
                <a:latin typeface="Roboto"/>
              </a:rPr>
              <a:t>Anarchist terrorism focuses</a:t>
            </a:r>
            <a:r>
              <a:rPr lang="en-IN" sz="1000" b="0" dirty="0">
                <a:solidFill>
                  <a:srgbClr val="484848"/>
                </a:solidFill>
                <a:latin typeface="Roboto"/>
              </a:rPr>
              <a:t> </a:t>
            </a:r>
            <a:r>
              <a:rPr sz="1000" b="0" dirty="0">
                <a:solidFill>
                  <a:srgbClr val="484848"/>
                </a:solidFill>
                <a:latin typeface="Roboto"/>
              </a:rPr>
              <a:t>on individual acts</a:t>
            </a:r>
            <a:r>
              <a:rPr sz="600" b="0" dirty="0">
                <a:solidFill>
                  <a:srgbClr val="484848"/>
                </a:solidFill>
                <a:latin typeface="Roboto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3243" y="5952711"/>
            <a:ext cx="3111429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484848"/>
                </a:solidFill>
                <a:latin typeface="Arial "/>
              </a:rPr>
              <a:t>Future terrorism may involve</a:t>
            </a:r>
            <a:r>
              <a:rPr lang="en-IN" sz="1000" b="0" dirty="0">
                <a:solidFill>
                  <a:srgbClr val="484848"/>
                </a:solidFill>
                <a:latin typeface="Arial "/>
              </a:rPr>
              <a:t> </a:t>
            </a:r>
            <a:r>
              <a:rPr sz="1000" b="0" dirty="0">
                <a:solidFill>
                  <a:srgbClr val="484848"/>
                </a:solidFill>
                <a:latin typeface="Arial "/>
              </a:rPr>
              <a:t>WMDs and cyber attacks.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77635" y="2791580"/>
            <a:ext cx="2665741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3CC583"/>
                </a:solidFill>
                <a:latin typeface="Arial Black" panose="020B0A04020102020204" pitchFamily="34" charset="0"/>
              </a:rPr>
              <a:t>Early 20th Century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8818" y="2928197"/>
            <a:ext cx="78939" cy="1926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5922" y="3079549"/>
            <a:ext cx="3161747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484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Russian Revolution and Irish</a:t>
            </a:r>
            <a:r>
              <a:rPr lang="en-IN" sz="1000" b="0" dirty="0">
                <a:solidFill>
                  <a:srgbClr val="484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0" dirty="0">
                <a:solidFill>
                  <a:srgbClr val="484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Rebellion mark early 20</a:t>
            </a:r>
            <a:r>
              <a:rPr sz="1000" b="0" baseline="30000" dirty="0">
                <a:solidFill>
                  <a:srgbClr val="484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IN" sz="1000" b="0" dirty="0">
                <a:solidFill>
                  <a:srgbClr val="484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0" dirty="0">
                <a:solidFill>
                  <a:srgbClr val="484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century.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8218" y="2102697"/>
            <a:ext cx="78939" cy="1926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0898" y="3555577"/>
            <a:ext cx="78939" cy="1926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4043" y="3503295"/>
            <a:ext cx="212577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1EABDA"/>
                </a:solidFill>
                <a:latin typeface="Arial Black" panose="020B0A04020102020204" pitchFamily="34" charset="0"/>
              </a:rPr>
              <a:t>Middle 20th Century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13865" y="3786185"/>
            <a:ext cx="2088713" cy="6924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dirty="0">
                <a:solidFill>
                  <a:srgbClr val="484848"/>
                </a:solidFill>
                <a:latin typeface="Arial "/>
              </a:rPr>
              <a:t>Evolution of terrorism
across modern historical
periods.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3243" y="1723194"/>
            <a:ext cx="3005631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484848"/>
                </a:solidFill>
                <a:latin typeface="Arial "/>
              </a:rPr>
              <a:t>French Revolution introduces</a:t>
            </a:r>
            <a:r>
              <a:rPr lang="en-IN" sz="1000" b="0" dirty="0">
                <a:solidFill>
                  <a:srgbClr val="484848"/>
                </a:solidFill>
                <a:latin typeface="Arial "/>
              </a:rPr>
              <a:t> </a:t>
            </a:r>
            <a:r>
              <a:rPr sz="1000" b="0" dirty="0">
                <a:solidFill>
                  <a:srgbClr val="484848"/>
                </a:solidFill>
                <a:latin typeface="Arial "/>
              </a:rPr>
              <a:t>government-sponsored
terrorism.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12081" y="3764576"/>
            <a:ext cx="2568011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484848"/>
                </a:solidFill>
                <a:latin typeface="Arial "/>
              </a:rPr>
              <a:t>Decolonization leads to</a:t>
            </a:r>
            <a:r>
              <a:rPr lang="en-IN" sz="1000" b="0" dirty="0">
                <a:solidFill>
                  <a:srgbClr val="484848"/>
                </a:solidFill>
                <a:latin typeface="Arial "/>
              </a:rPr>
              <a:t> </a:t>
            </a:r>
            <a:r>
              <a:rPr sz="1000" b="0" dirty="0">
                <a:solidFill>
                  <a:srgbClr val="484848"/>
                </a:solidFill>
                <a:latin typeface="Arial "/>
              </a:rPr>
              <a:t>selective terrorism on
civilians.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3243" y="1456055"/>
            <a:ext cx="189622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DE8431"/>
                </a:solidFill>
                <a:latin typeface="Arial Black" panose="020B0A04020102020204" pitchFamily="34" charset="0"/>
              </a:rPr>
              <a:t>Late 18th Century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8818" y="4182957"/>
            <a:ext cx="78939" cy="1926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05923" y="4295775"/>
            <a:ext cx="189622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4E88E7"/>
                </a:solidFill>
                <a:latin typeface="Arial Black" panose="020B0A04020102020204" pitchFamily="34" charset="0"/>
              </a:rPr>
              <a:t>Late 20th Century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05920" y="4494918"/>
            <a:ext cx="3077766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484848"/>
                </a:solidFill>
                <a:latin typeface="Arial "/>
              </a:rPr>
              <a:t>Middle East conflict and Cold</a:t>
            </a:r>
            <a:r>
              <a:rPr lang="en-IN" sz="1000" b="0" dirty="0">
                <a:solidFill>
                  <a:srgbClr val="484848"/>
                </a:solidFill>
                <a:latin typeface="Arial "/>
              </a:rPr>
              <a:t> </a:t>
            </a:r>
            <a:r>
              <a:rPr sz="1000" b="0" dirty="0">
                <a:solidFill>
                  <a:srgbClr val="484848"/>
                </a:solidFill>
                <a:latin typeface="Arial "/>
              </a:rPr>
              <a:t>War involve international
terrorism.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2578" y="4711277"/>
            <a:ext cx="78939" cy="1926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8218" y="5008457"/>
            <a:ext cx="78939" cy="1926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5723" y="4956175"/>
            <a:ext cx="1962076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7F64EA"/>
                </a:solidFill>
                <a:latin typeface="Arial Black" panose="020B0A04020102020204" pitchFamily="34" charset="0"/>
              </a:rPr>
              <a:t>Early 21st Century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5723" y="5168054"/>
            <a:ext cx="2678618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484848"/>
                </a:solidFill>
                <a:latin typeface="Arial "/>
              </a:rPr>
              <a:t>Religious terrorism</a:t>
            </a:r>
            <a:r>
              <a:rPr lang="en-IN" sz="1000" b="0" dirty="0">
                <a:solidFill>
                  <a:srgbClr val="484848"/>
                </a:solidFill>
                <a:latin typeface="Arial "/>
              </a:rPr>
              <a:t> </a:t>
            </a:r>
            <a:r>
              <a:rPr sz="1000" b="0" dirty="0">
                <a:solidFill>
                  <a:srgbClr val="484848"/>
                </a:solidFill>
                <a:latin typeface="Arial "/>
              </a:rPr>
              <a:t>emphasizes martyrdom and
group sponsorship.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6206" y="5717818"/>
            <a:ext cx="2052870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BA5DE5"/>
                </a:solidFill>
                <a:latin typeface="Arial Black" panose="020B0A04020102020204" pitchFamily="34" charset="0"/>
              </a:rPr>
              <a:t>Future of Terrorism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5723" y="2120370"/>
            <a:ext cx="2873974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E0CB15"/>
                </a:solidFill>
                <a:latin typeface="Arial Black" panose="020B0A04020102020204" pitchFamily="34" charset="0"/>
              </a:rPr>
              <a:t>Late 19th and Early
20th Century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CCE9D2-14A4-48DD-ACB2-0DFDB11CFAD1}"/>
              </a:ext>
            </a:extLst>
          </p:cNvPr>
          <p:cNvSpPr txBox="1"/>
          <p:nvPr/>
        </p:nvSpPr>
        <p:spPr>
          <a:xfrm>
            <a:off x="2057390" y="265424"/>
            <a:ext cx="528040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484848"/>
                </a:solidFill>
                <a:latin typeface="Arial Black" panose="020B0A04020102020204" pitchFamily="34" charset="0"/>
              </a:rPr>
              <a:t>Modern History of Terrorism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655545" y="2892490"/>
            <a:ext cx="5832909" cy="1647243"/>
            <a:chOff x="228600" y="2154302"/>
            <a:chExt cx="5832909" cy="1647243"/>
          </a:xfrm>
        </p:grpSpPr>
        <p:sp>
          <p:nvSpPr>
            <p:cNvPr id="2" name="Rounded Rectangle 1"/>
            <p:cNvSpPr/>
            <p:nvPr/>
          </p:nvSpPr>
          <p:spPr>
            <a:xfrm>
              <a:off x="228600" y="2383988"/>
              <a:ext cx="865798" cy="1417557"/>
            </a:xfrm>
            <a:custGeom>
              <a:avLst/>
              <a:gdLst/>
              <a:ahLst/>
              <a:cxnLst/>
              <a:rect l="0" t="0" r="0" b="0"/>
              <a:pathLst>
                <a:path w="865798" h="1417557">
                  <a:moveTo>
                    <a:pt x="804528" y="1226676"/>
                  </a:moveTo>
                  <a:cubicBezTo>
                    <a:pt x="802550" y="1248032"/>
                    <a:pt x="803298" y="1269592"/>
                    <a:pt x="806778" y="1290830"/>
                  </a:cubicBezTo>
                  <a:cubicBezTo>
                    <a:pt x="812592" y="1324979"/>
                    <a:pt x="825283" y="1357589"/>
                    <a:pt x="844070" y="1386666"/>
                  </a:cubicBezTo>
                  <a:cubicBezTo>
                    <a:pt x="847873" y="1392576"/>
                    <a:pt x="851866" y="1398208"/>
                    <a:pt x="856050" y="1403642"/>
                  </a:cubicBezTo>
                  <a:cubicBezTo>
                    <a:pt x="859178" y="1407645"/>
                    <a:pt x="862439" y="1411532"/>
                    <a:pt x="865798" y="1415325"/>
                  </a:cubicBezTo>
                  <a:lnTo>
                    <a:pt x="856980" y="1415846"/>
                  </a:lnTo>
                  <a:cubicBezTo>
                    <a:pt x="844598" y="1416989"/>
                    <a:pt x="832213" y="1417557"/>
                    <a:pt x="819736" y="1417557"/>
                  </a:cubicBezTo>
                  <a:cubicBezTo>
                    <a:pt x="387431" y="1417557"/>
                    <a:pt x="322201" y="992635"/>
                    <a:pt x="276718" y="570018"/>
                  </a:cubicBezTo>
                  <a:cubicBezTo>
                    <a:pt x="256717" y="384174"/>
                    <a:pt x="192244" y="188522"/>
                    <a:pt x="0" y="221254"/>
                  </a:cubicBezTo>
                  <a:lnTo>
                    <a:pt x="0" y="31843"/>
                  </a:lnTo>
                  <a:cubicBezTo>
                    <a:pt x="284535" y="0"/>
                    <a:pt x="413994" y="219532"/>
                    <a:pt x="456168" y="545638"/>
                  </a:cubicBezTo>
                  <a:cubicBezTo>
                    <a:pt x="483404" y="756244"/>
                    <a:pt x="503411" y="1226676"/>
                    <a:pt x="804528" y="1226676"/>
                  </a:cubicBez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2864104" y="2324117"/>
              <a:ext cx="1088054" cy="1477427"/>
            </a:xfrm>
            <a:custGeom>
              <a:avLst/>
              <a:gdLst/>
              <a:ahLst/>
              <a:cxnLst/>
              <a:rect l="0" t="0" r="0" b="0"/>
              <a:pathLst>
                <a:path w="1088054" h="1477427">
                  <a:moveTo>
                    <a:pt x="678423" y="605509"/>
                  </a:moveTo>
                  <a:cubicBezTo>
                    <a:pt x="705659" y="816115"/>
                    <a:pt x="725666" y="1286546"/>
                    <a:pt x="1026783" y="1286546"/>
                  </a:cubicBezTo>
                  <a:cubicBezTo>
                    <a:pt x="1024807" y="1307902"/>
                    <a:pt x="1025554" y="1329463"/>
                    <a:pt x="1029035" y="1350701"/>
                  </a:cubicBezTo>
                  <a:cubicBezTo>
                    <a:pt x="1034848" y="1384850"/>
                    <a:pt x="1047539" y="1417460"/>
                    <a:pt x="1066325" y="1446536"/>
                  </a:cubicBezTo>
                  <a:cubicBezTo>
                    <a:pt x="1070128" y="1452447"/>
                    <a:pt x="1074122" y="1458078"/>
                    <a:pt x="1078306" y="1463512"/>
                  </a:cubicBezTo>
                  <a:cubicBezTo>
                    <a:pt x="1081434" y="1467515"/>
                    <a:pt x="1084694" y="1471402"/>
                    <a:pt x="1088054" y="1475195"/>
                  </a:cubicBezTo>
                  <a:lnTo>
                    <a:pt x="1079236" y="1475716"/>
                  </a:lnTo>
                  <a:cubicBezTo>
                    <a:pt x="1066854" y="1476859"/>
                    <a:pt x="1054469" y="1477427"/>
                    <a:pt x="1041992" y="1477427"/>
                  </a:cubicBezTo>
                  <a:cubicBezTo>
                    <a:pt x="609686" y="1477427"/>
                    <a:pt x="544457" y="1052505"/>
                    <a:pt x="498973" y="629889"/>
                  </a:cubicBezTo>
                  <a:cubicBezTo>
                    <a:pt x="477068" y="426346"/>
                    <a:pt x="401816" y="211039"/>
                    <a:pt x="163785" y="296895"/>
                  </a:cubicBezTo>
                  <a:lnTo>
                    <a:pt x="161710" y="294821"/>
                  </a:lnTo>
                  <a:cubicBezTo>
                    <a:pt x="129504" y="264262"/>
                    <a:pt x="94982" y="236250"/>
                    <a:pt x="58452" y="211039"/>
                  </a:cubicBezTo>
                  <a:cubicBezTo>
                    <a:pt x="46366" y="202516"/>
                    <a:pt x="34086" y="194284"/>
                    <a:pt x="21710" y="186148"/>
                  </a:cubicBezTo>
                  <a:cubicBezTo>
                    <a:pt x="14514" y="181419"/>
                    <a:pt x="7296" y="176845"/>
                    <a:pt x="0" y="172316"/>
                  </a:cubicBezTo>
                  <a:cubicBezTo>
                    <a:pt x="18738" y="159074"/>
                    <a:pt x="38235" y="146939"/>
                    <a:pt x="58396" y="135993"/>
                  </a:cubicBezTo>
                  <a:cubicBezTo>
                    <a:pt x="69334" y="130558"/>
                    <a:pt x="80660" y="125317"/>
                    <a:pt x="92263" y="120645"/>
                  </a:cubicBezTo>
                  <a:cubicBezTo>
                    <a:pt x="468491" y="0"/>
                    <a:pt x="630295" y="233356"/>
                    <a:pt x="678423" y="605509"/>
                  </a:cubicBez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292854" y="2461938"/>
              <a:ext cx="1002273" cy="1338541"/>
            </a:xfrm>
            <a:custGeom>
              <a:avLst/>
              <a:gdLst/>
              <a:ahLst/>
              <a:cxnLst/>
              <a:rect l="0" t="0" r="0" b="0"/>
              <a:pathLst>
                <a:path w="1002273" h="1338541">
                  <a:moveTo>
                    <a:pt x="1002273" y="164873"/>
                  </a:moveTo>
                  <a:cubicBezTo>
                    <a:pt x="720904" y="276504"/>
                    <a:pt x="705350" y="607478"/>
                    <a:pt x="681855" y="789142"/>
                  </a:cubicBezTo>
                  <a:cubicBezTo>
                    <a:pt x="651608" y="1023036"/>
                    <a:pt x="600228" y="1176005"/>
                    <a:pt x="492974" y="1257579"/>
                  </a:cubicBezTo>
                  <a:cubicBezTo>
                    <a:pt x="388822" y="1336793"/>
                    <a:pt x="216079" y="1338541"/>
                    <a:pt x="92254" y="1267104"/>
                  </a:cubicBezTo>
                  <a:cubicBezTo>
                    <a:pt x="80651" y="1262432"/>
                    <a:pt x="69334" y="1255600"/>
                    <a:pt x="58396" y="1250165"/>
                  </a:cubicBezTo>
                  <a:cubicBezTo>
                    <a:pt x="38234" y="1239218"/>
                    <a:pt x="18739" y="1227076"/>
                    <a:pt x="0" y="1213832"/>
                  </a:cubicBezTo>
                  <a:cubicBezTo>
                    <a:pt x="7295" y="1209304"/>
                    <a:pt x="14515" y="1204738"/>
                    <a:pt x="21710" y="1200010"/>
                  </a:cubicBezTo>
                  <a:cubicBezTo>
                    <a:pt x="34086" y="1191874"/>
                    <a:pt x="46366" y="1183642"/>
                    <a:pt x="58452" y="1175119"/>
                  </a:cubicBezTo>
                  <a:cubicBezTo>
                    <a:pt x="93774" y="1150741"/>
                    <a:pt x="127203" y="1123728"/>
                    <a:pt x="158492" y="1094342"/>
                  </a:cubicBezTo>
                  <a:lnTo>
                    <a:pt x="173216" y="1081366"/>
                  </a:lnTo>
                  <a:cubicBezTo>
                    <a:pt x="430391" y="1200010"/>
                    <a:pt x="480440" y="935376"/>
                    <a:pt x="502499" y="764566"/>
                  </a:cubicBezTo>
                  <a:cubicBezTo>
                    <a:pt x="538263" y="487194"/>
                    <a:pt x="615819" y="79399"/>
                    <a:pt x="933310" y="0"/>
                  </a:cubicBezTo>
                  <a:lnTo>
                    <a:pt x="1002273" y="164873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435354" y="2380809"/>
              <a:ext cx="1077283" cy="1380054"/>
            </a:xfrm>
            <a:custGeom>
              <a:avLst/>
              <a:gdLst/>
              <a:ahLst/>
              <a:cxnLst/>
              <a:rect l="0" t="0" r="0" b="0"/>
              <a:pathLst>
                <a:path w="1077283" h="1380054">
                  <a:moveTo>
                    <a:pt x="1039991" y="560"/>
                  </a:moveTo>
                  <a:cubicBezTo>
                    <a:pt x="1053054" y="0"/>
                    <a:pt x="1064381" y="1599"/>
                    <a:pt x="1077283" y="2829"/>
                  </a:cubicBezTo>
                  <a:cubicBezTo>
                    <a:pt x="1073472" y="7846"/>
                    <a:pt x="1069816" y="13032"/>
                    <a:pt x="1066325" y="18456"/>
                  </a:cubicBezTo>
                  <a:cubicBezTo>
                    <a:pt x="1047539" y="47532"/>
                    <a:pt x="1034848" y="80144"/>
                    <a:pt x="1029035" y="114292"/>
                  </a:cubicBezTo>
                  <a:cubicBezTo>
                    <a:pt x="1024907" y="139481"/>
                    <a:pt x="1024631" y="165125"/>
                    <a:pt x="1028178" y="190343"/>
                  </a:cubicBezTo>
                  <a:lnTo>
                    <a:pt x="1026467" y="190482"/>
                  </a:lnTo>
                  <a:cubicBezTo>
                    <a:pt x="759004" y="190482"/>
                    <a:pt x="718209" y="666347"/>
                    <a:pt x="692143" y="868664"/>
                  </a:cubicBezTo>
                  <a:lnTo>
                    <a:pt x="671373" y="1028395"/>
                  </a:lnTo>
                  <a:cubicBezTo>
                    <a:pt x="655620" y="1127761"/>
                    <a:pt x="610969" y="1212522"/>
                    <a:pt x="534488" y="1277886"/>
                  </a:cubicBezTo>
                  <a:cubicBezTo>
                    <a:pt x="458003" y="1343250"/>
                    <a:pt x="360714" y="1379201"/>
                    <a:pt x="260104" y="1379276"/>
                  </a:cubicBezTo>
                  <a:cubicBezTo>
                    <a:pt x="208524" y="1380054"/>
                    <a:pt x="151288" y="1367397"/>
                    <a:pt x="102003" y="1349575"/>
                  </a:cubicBezTo>
                  <a:lnTo>
                    <a:pt x="92254" y="1345938"/>
                  </a:lnTo>
                  <a:lnTo>
                    <a:pt x="87920" y="1344096"/>
                  </a:lnTo>
                  <a:cubicBezTo>
                    <a:pt x="77829" y="1339584"/>
                    <a:pt x="67968" y="1333756"/>
                    <a:pt x="58396" y="1328999"/>
                  </a:cubicBezTo>
                  <a:cubicBezTo>
                    <a:pt x="38233" y="1318053"/>
                    <a:pt x="18739" y="1305910"/>
                    <a:pt x="0" y="1292667"/>
                  </a:cubicBezTo>
                  <a:cubicBezTo>
                    <a:pt x="7295" y="1288139"/>
                    <a:pt x="14515" y="1283571"/>
                    <a:pt x="21710" y="1278844"/>
                  </a:cubicBezTo>
                  <a:cubicBezTo>
                    <a:pt x="34086" y="1270709"/>
                    <a:pt x="46366" y="1262476"/>
                    <a:pt x="58452" y="1253952"/>
                  </a:cubicBezTo>
                  <a:cubicBezTo>
                    <a:pt x="93568" y="1229718"/>
                    <a:pt x="126821" y="1202884"/>
                    <a:pt x="157953" y="1173697"/>
                  </a:cubicBezTo>
                  <a:cubicBezTo>
                    <a:pt x="166390" y="1177416"/>
                    <a:pt x="175685" y="1181039"/>
                    <a:pt x="179598" y="1182227"/>
                  </a:cubicBezTo>
                  <a:cubicBezTo>
                    <a:pt x="208573" y="1192090"/>
                    <a:pt x="239220" y="1196117"/>
                    <a:pt x="269760" y="1194077"/>
                  </a:cubicBezTo>
                  <a:cubicBezTo>
                    <a:pt x="300298" y="1192038"/>
                    <a:pt x="330135" y="1183976"/>
                    <a:pt x="357540" y="1170349"/>
                  </a:cubicBezTo>
                  <a:cubicBezTo>
                    <a:pt x="384946" y="1156720"/>
                    <a:pt x="409387" y="1137797"/>
                    <a:pt x="429443" y="1114678"/>
                  </a:cubicBezTo>
                  <a:cubicBezTo>
                    <a:pt x="449498" y="1091559"/>
                    <a:pt x="464777" y="1064694"/>
                    <a:pt x="474399" y="1035640"/>
                  </a:cubicBezTo>
                  <a:cubicBezTo>
                    <a:pt x="478181" y="1024067"/>
                    <a:pt x="481081" y="1012214"/>
                    <a:pt x="483067" y="1000201"/>
                  </a:cubicBezTo>
                  <a:lnTo>
                    <a:pt x="503160" y="844564"/>
                  </a:lnTo>
                  <a:cubicBezTo>
                    <a:pt x="544754" y="522883"/>
                    <a:pt x="614061" y="68"/>
                    <a:pt x="1039991" y="560"/>
                  </a:cubicBez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226071" y="2154302"/>
              <a:ext cx="821198" cy="517117"/>
            </a:xfrm>
            <a:custGeom>
              <a:avLst/>
              <a:gdLst/>
              <a:ahLst/>
              <a:cxnLst/>
              <a:rect l="0" t="0" r="0" b="0"/>
              <a:pathLst>
                <a:path w="821198" h="517117">
                  <a:moveTo>
                    <a:pt x="252902" y="128888"/>
                  </a:moveTo>
                  <a:lnTo>
                    <a:pt x="181421" y="158921"/>
                  </a:lnTo>
                  <a:lnTo>
                    <a:pt x="303139" y="448619"/>
                  </a:lnTo>
                  <a:lnTo>
                    <a:pt x="374620" y="418586"/>
                  </a:lnTo>
                  <a:lnTo>
                    <a:pt x="252902" y="128888"/>
                  </a:lnTo>
                  <a:close/>
                  <a:moveTo>
                    <a:pt x="763781" y="7129"/>
                  </a:moveTo>
                  <a:cubicBezTo>
                    <a:pt x="761743" y="2279"/>
                    <a:pt x="756160" y="0"/>
                    <a:pt x="751310" y="2037"/>
                  </a:cubicBezTo>
                  <a:lnTo>
                    <a:pt x="697392" y="24691"/>
                  </a:lnTo>
                  <a:cubicBezTo>
                    <a:pt x="692542" y="26729"/>
                    <a:pt x="690263" y="32312"/>
                    <a:pt x="692300" y="37162"/>
                  </a:cubicBezTo>
                  <a:lnTo>
                    <a:pt x="747681" y="168970"/>
                  </a:lnTo>
                  <a:cubicBezTo>
                    <a:pt x="749718" y="173820"/>
                    <a:pt x="755302" y="176100"/>
                    <a:pt x="760152" y="174062"/>
                  </a:cubicBezTo>
                  <a:lnTo>
                    <a:pt x="814069" y="151409"/>
                  </a:lnTo>
                  <a:cubicBezTo>
                    <a:pt x="818919" y="149371"/>
                    <a:pt x="821198" y="143788"/>
                    <a:pt x="819161" y="138938"/>
                  </a:cubicBezTo>
                  <a:lnTo>
                    <a:pt x="763781" y="7129"/>
                  </a:lnTo>
                  <a:close/>
                  <a:moveTo>
                    <a:pt x="110014" y="188975"/>
                  </a:moveTo>
                  <a:lnTo>
                    <a:pt x="18512" y="227419"/>
                  </a:lnTo>
                  <a:lnTo>
                    <a:pt x="140230" y="517117"/>
                  </a:lnTo>
                  <a:lnTo>
                    <a:pt x="231732" y="478673"/>
                  </a:lnTo>
                  <a:lnTo>
                    <a:pt x="110014" y="188975"/>
                  </a:lnTo>
                  <a:close/>
                  <a:moveTo>
                    <a:pt x="172532" y="137725"/>
                  </a:moveTo>
                  <a:cubicBezTo>
                    <a:pt x="170493" y="132876"/>
                    <a:pt x="164910" y="130596"/>
                    <a:pt x="160060" y="132633"/>
                  </a:cubicBezTo>
                  <a:lnTo>
                    <a:pt x="106142" y="155287"/>
                  </a:lnTo>
                  <a:cubicBezTo>
                    <a:pt x="101292" y="157325"/>
                    <a:pt x="99013" y="162908"/>
                    <a:pt x="101050" y="167759"/>
                  </a:cubicBezTo>
                  <a:lnTo>
                    <a:pt x="240590" y="499871"/>
                  </a:lnTo>
                  <a:cubicBezTo>
                    <a:pt x="242627" y="504721"/>
                    <a:pt x="248211" y="507000"/>
                    <a:pt x="253061" y="504963"/>
                  </a:cubicBezTo>
                  <a:lnTo>
                    <a:pt x="306978" y="482308"/>
                  </a:lnTo>
                  <a:cubicBezTo>
                    <a:pt x="311828" y="480271"/>
                    <a:pt x="314107" y="474687"/>
                    <a:pt x="312070" y="469837"/>
                  </a:cubicBezTo>
                  <a:lnTo>
                    <a:pt x="172532" y="137725"/>
                  </a:lnTo>
                  <a:close/>
                  <a:moveTo>
                    <a:pt x="364807" y="395081"/>
                  </a:moveTo>
                  <a:lnTo>
                    <a:pt x="744759" y="161910"/>
                  </a:lnTo>
                  <a:lnTo>
                    <a:pt x="694848" y="43133"/>
                  </a:lnTo>
                  <a:lnTo>
                    <a:pt x="262318" y="151337"/>
                  </a:lnTo>
                  <a:lnTo>
                    <a:pt x="364807" y="395081"/>
                  </a:lnTo>
                  <a:close/>
                  <a:moveTo>
                    <a:pt x="0" y="308319"/>
                  </a:moveTo>
                  <a:lnTo>
                    <a:pt x="18288" y="226880"/>
                  </a:lnTo>
                  <a:lnTo>
                    <a:pt x="140017" y="516535"/>
                  </a:lnTo>
                  <a:lnTo>
                    <a:pt x="69056" y="472625"/>
                  </a:lnTo>
                  <a:lnTo>
                    <a:pt x="0" y="308319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985287" y="2356977"/>
              <a:ext cx="76222" cy="117728"/>
            </a:xfrm>
            <a:custGeom>
              <a:avLst/>
              <a:gdLst/>
              <a:ahLst/>
              <a:cxnLst/>
              <a:rect l="0" t="0" r="0" b="0"/>
              <a:pathLst>
                <a:path w="76222" h="117728">
                  <a:moveTo>
                    <a:pt x="76222" y="79628"/>
                  </a:moveTo>
                  <a:cubicBezTo>
                    <a:pt x="76222" y="89734"/>
                    <a:pt x="72209" y="99424"/>
                    <a:pt x="65063" y="106569"/>
                  </a:cubicBezTo>
                  <a:cubicBezTo>
                    <a:pt x="57918" y="113715"/>
                    <a:pt x="48227" y="117728"/>
                    <a:pt x="38122" y="117728"/>
                  </a:cubicBezTo>
                  <a:cubicBezTo>
                    <a:pt x="28017" y="117728"/>
                    <a:pt x="18327" y="113715"/>
                    <a:pt x="11182" y="106569"/>
                  </a:cubicBezTo>
                  <a:cubicBezTo>
                    <a:pt x="4036" y="99424"/>
                    <a:pt x="22" y="89734"/>
                    <a:pt x="22" y="79628"/>
                  </a:cubicBezTo>
                  <a:cubicBezTo>
                    <a:pt x="0" y="76662"/>
                    <a:pt x="417" y="73710"/>
                    <a:pt x="1261" y="70865"/>
                  </a:cubicBezTo>
                  <a:cubicBezTo>
                    <a:pt x="1721" y="69227"/>
                    <a:pt x="2326" y="67634"/>
                    <a:pt x="3070" y="66103"/>
                  </a:cubicBezTo>
                  <a:lnTo>
                    <a:pt x="38122" y="0"/>
                  </a:lnTo>
                  <a:lnTo>
                    <a:pt x="72889" y="65436"/>
                  </a:lnTo>
                  <a:cubicBezTo>
                    <a:pt x="73752" y="67168"/>
                    <a:pt x="74422" y="68988"/>
                    <a:pt x="74889" y="70865"/>
                  </a:cubicBezTo>
                  <a:cubicBezTo>
                    <a:pt x="75763" y="73705"/>
                    <a:pt x="76213" y="76658"/>
                    <a:pt x="76222" y="79628"/>
                  </a:cubicBez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2457631" y="4050844"/>
            <a:ext cx="630741" cy="574596"/>
          </a:xfrm>
          <a:custGeom>
            <a:avLst/>
            <a:gdLst/>
            <a:ahLst/>
            <a:cxnLst/>
            <a:rect l="0" t="0" r="0" b="0"/>
            <a:pathLst>
              <a:path w="630741" h="574596">
                <a:moveTo>
                  <a:pt x="214946" y="72474"/>
                </a:moveTo>
                <a:cubicBezTo>
                  <a:pt x="257465" y="65211"/>
                  <a:pt x="301112" y="68510"/>
                  <a:pt x="342064" y="82083"/>
                </a:cubicBezTo>
                <a:cubicBezTo>
                  <a:pt x="346345" y="83609"/>
                  <a:pt x="350631" y="85231"/>
                  <a:pt x="354817" y="86948"/>
                </a:cubicBezTo>
                <a:cubicBezTo>
                  <a:pt x="360660" y="89309"/>
                  <a:pt x="366498" y="91760"/>
                  <a:pt x="372267" y="94575"/>
                </a:cubicBezTo>
                <a:cubicBezTo>
                  <a:pt x="371674" y="95177"/>
                  <a:pt x="371093" y="95790"/>
                  <a:pt x="370491" y="96380"/>
                </a:cubicBezTo>
                <a:cubicBezTo>
                  <a:pt x="338022" y="128296"/>
                  <a:pt x="301518" y="155814"/>
                  <a:pt x="261910" y="178227"/>
                </a:cubicBezTo>
                <a:cubicBezTo>
                  <a:pt x="228554" y="197307"/>
                  <a:pt x="192297" y="213584"/>
                  <a:pt x="167060" y="242641"/>
                </a:cubicBezTo>
                <a:cubicBezTo>
                  <a:pt x="149918" y="262495"/>
                  <a:pt x="139044" y="287003"/>
                  <a:pt x="135825" y="313055"/>
                </a:cubicBezTo>
                <a:cubicBezTo>
                  <a:pt x="130024" y="359063"/>
                  <a:pt x="154200" y="410306"/>
                  <a:pt x="197710" y="425514"/>
                </a:cubicBezTo>
                <a:cubicBezTo>
                  <a:pt x="223332" y="434520"/>
                  <a:pt x="251758" y="430450"/>
                  <a:pt x="277864" y="422992"/>
                </a:cubicBezTo>
                <a:cubicBezTo>
                  <a:pt x="318760" y="410558"/>
                  <a:pt x="357794" y="392640"/>
                  <a:pt x="393893" y="369721"/>
                </a:cubicBezTo>
                <a:lnTo>
                  <a:pt x="399205" y="366521"/>
                </a:lnTo>
                <a:cubicBezTo>
                  <a:pt x="401039" y="365399"/>
                  <a:pt x="402844" y="364238"/>
                  <a:pt x="404665" y="363108"/>
                </a:cubicBezTo>
                <a:cubicBezTo>
                  <a:pt x="423405" y="376352"/>
                  <a:pt x="442898" y="388494"/>
                  <a:pt x="463061" y="399441"/>
                </a:cubicBezTo>
                <a:cubicBezTo>
                  <a:pt x="474001" y="404876"/>
                  <a:pt x="485318" y="411707"/>
                  <a:pt x="496924" y="416380"/>
                </a:cubicBezTo>
                <a:cubicBezTo>
                  <a:pt x="481662" y="453367"/>
                  <a:pt x="458012" y="484692"/>
                  <a:pt x="427844" y="510913"/>
                </a:cubicBezTo>
                <a:cubicBezTo>
                  <a:pt x="397677" y="537133"/>
                  <a:pt x="361821" y="555938"/>
                  <a:pt x="323135" y="565840"/>
                </a:cubicBezTo>
                <a:cubicBezTo>
                  <a:pt x="305397" y="570372"/>
                  <a:pt x="287213" y="572929"/>
                  <a:pt x="268915" y="573467"/>
                </a:cubicBezTo>
                <a:cubicBezTo>
                  <a:pt x="220137" y="574596"/>
                  <a:pt x="171939" y="562682"/>
                  <a:pt x="129277" y="538948"/>
                </a:cubicBezTo>
                <a:cubicBezTo>
                  <a:pt x="100212" y="522912"/>
                  <a:pt x="74678" y="501146"/>
                  <a:pt x="54222" y="474962"/>
                </a:cubicBezTo>
                <a:cubicBezTo>
                  <a:pt x="50036" y="469527"/>
                  <a:pt x="46044" y="463897"/>
                  <a:pt x="42240" y="457985"/>
                </a:cubicBezTo>
                <a:cubicBezTo>
                  <a:pt x="23454" y="428908"/>
                  <a:pt x="10763" y="396300"/>
                  <a:pt x="4950" y="362150"/>
                </a:cubicBezTo>
                <a:cubicBezTo>
                  <a:pt x="0" y="331943"/>
                  <a:pt x="579" y="301084"/>
                  <a:pt x="6661" y="271086"/>
                </a:cubicBezTo>
                <a:cubicBezTo>
                  <a:pt x="10226" y="253485"/>
                  <a:pt x="15744" y="236340"/>
                  <a:pt x="23116" y="219973"/>
                </a:cubicBezTo>
                <a:cubicBezTo>
                  <a:pt x="39710" y="182111"/>
                  <a:pt x="65519" y="149029"/>
                  <a:pt x="98172" y="123755"/>
                </a:cubicBezTo>
                <a:cubicBezTo>
                  <a:pt x="132327" y="97348"/>
                  <a:pt x="172426" y="79739"/>
                  <a:pt x="214946" y="72474"/>
                </a:cubicBezTo>
                <a:close/>
                <a:moveTo>
                  <a:pt x="629909" y="132609"/>
                </a:moveTo>
                <a:cubicBezTo>
                  <a:pt x="629376" y="137859"/>
                  <a:pt x="628504" y="143068"/>
                  <a:pt x="627298" y="148204"/>
                </a:cubicBezTo>
                <a:cubicBezTo>
                  <a:pt x="626621" y="151207"/>
                  <a:pt x="625944" y="154209"/>
                  <a:pt x="624978" y="157115"/>
                </a:cubicBezTo>
                <a:cubicBezTo>
                  <a:pt x="624010" y="160020"/>
                  <a:pt x="623140" y="162152"/>
                  <a:pt x="622173" y="164670"/>
                </a:cubicBezTo>
                <a:cubicBezTo>
                  <a:pt x="609797" y="192748"/>
                  <a:pt x="591565" y="217848"/>
                  <a:pt x="568704" y="238284"/>
                </a:cubicBezTo>
                <a:lnTo>
                  <a:pt x="566384" y="240609"/>
                </a:lnTo>
                <a:cubicBezTo>
                  <a:pt x="534177" y="271169"/>
                  <a:pt x="499651" y="299181"/>
                  <a:pt x="463119" y="324392"/>
                </a:cubicBezTo>
                <a:cubicBezTo>
                  <a:pt x="451034" y="332915"/>
                  <a:pt x="438754" y="341149"/>
                  <a:pt x="426378" y="349285"/>
                </a:cubicBezTo>
                <a:cubicBezTo>
                  <a:pt x="417386" y="355193"/>
                  <a:pt x="408391" y="360904"/>
                  <a:pt x="399205" y="366521"/>
                </a:cubicBezTo>
                <a:lnTo>
                  <a:pt x="393893" y="369721"/>
                </a:lnTo>
                <a:cubicBezTo>
                  <a:pt x="357794" y="392640"/>
                  <a:pt x="318760" y="410558"/>
                  <a:pt x="277864" y="422992"/>
                </a:cubicBezTo>
                <a:cubicBezTo>
                  <a:pt x="251758" y="430450"/>
                  <a:pt x="223332" y="434520"/>
                  <a:pt x="197710" y="425514"/>
                </a:cubicBezTo>
                <a:cubicBezTo>
                  <a:pt x="154200" y="410306"/>
                  <a:pt x="130024" y="359063"/>
                  <a:pt x="135825" y="313055"/>
                </a:cubicBezTo>
                <a:cubicBezTo>
                  <a:pt x="139044" y="287003"/>
                  <a:pt x="149918" y="262495"/>
                  <a:pt x="167060" y="242641"/>
                </a:cubicBezTo>
                <a:cubicBezTo>
                  <a:pt x="192297" y="213584"/>
                  <a:pt x="228554" y="197307"/>
                  <a:pt x="261910" y="178227"/>
                </a:cubicBezTo>
                <a:cubicBezTo>
                  <a:pt x="301518" y="155814"/>
                  <a:pt x="338022" y="128296"/>
                  <a:pt x="370491" y="96380"/>
                </a:cubicBezTo>
                <a:cubicBezTo>
                  <a:pt x="375228" y="91731"/>
                  <a:pt x="379677" y="86698"/>
                  <a:pt x="384125" y="82242"/>
                </a:cubicBezTo>
                <a:lnTo>
                  <a:pt x="384609" y="82242"/>
                </a:lnTo>
                <a:cubicBezTo>
                  <a:pt x="392150" y="74106"/>
                  <a:pt x="399402" y="65776"/>
                  <a:pt x="406847" y="57543"/>
                </a:cubicBezTo>
                <a:cubicBezTo>
                  <a:pt x="414174" y="49364"/>
                  <a:pt x="421953" y="41603"/>
                  <a:pt x="430148" y="34297"/>
                </a:cubicBezTo>
                <a:cubicBezTo>
                  <a:pt x="435667" y="29500"/>
                  <a:pt x="441516" y="25099"/>
                  <a:pt x="447650" y="21124"/>
                </a:cubicBezTo>
                <a:cubicBezTo>
                  <a:pt x="456201" y="15708"/>
                  <a:pt x="465393" y="11381"/>
                  <a:pt x="475012" y="8241"/>
                </a:cubicBezTo>
                <a:cubicBezTo>
                  <a:pt x="499225" y="504"/>
                  <a:pt x="525162" y="0"/>
                  <a:pt x="549657" y="6788"/>
                </a:cubicBezTo>
                <a:cubicBezTo>
                  <a:pt x="554516" y="8159"/>
                  <a:pt x="559295" y="9808"/>
                  <a:pt x="563966" y="11729"/>
                </a:cubicBezTo>
                <a:cubicBezTo>
                  <a:pt x="568250" y="13470"/>
                  <a:pt x="572362" y="15610"/>
                  <a:pt x="576246" y="18121"/>
                </a:cubicBezTo>
                <a:cubicBezTo>
                  <a:pt x="592116" y="28323"/>
                  <a:pt x="605075" y="42473"/>
                  <a:pt x="613858" y="59190"/>
                </a:cubicBezTo>
                <a:cubicBezTo>
                  <a:pt x="616153" y="63335"/>
                  <a:pt x="618219" y="67603"/>
                  <a:pt x="620047" y="71975"/>
                </a:cubicBezTo>
                <a:cubicBezTo>
                  <a:pt x="623658" y="80551"/>
                  <a:pt x="626381" y="89477"/>
                  <a:pt x="628168" y="98612"/>
                </a:cubicBezTo>
                <a:cubicBezTo>
                  <a:pt x="628168" y="98612"/>
                  <a:pt x="628168" y="99483"/>
                  <a:pt x="628168" y="99967"/>
                </a:cubicBezTo>
                <a:cubicBezTo>
                  <a:pt x="630156" y="110727"/>
                  <a:pt x="630741" y="121699"/>
                  <a:pt x="629909" y="132609"/>
                </a:cubicBezTo>
                <a:close/>
              </a:path>
            </a:pathLst>
          </a:custGeom>
          <a:noFill/>
          <a:ln w="14287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86381" y="3023132"/>
            <a:ext cx="630741" cy="574596"/>
          </a:xfrm>
          <a:custGeom>
            <a:avLst/>
            <a:gdLst/>
            <a:ahLst/>
            <a:cxnLst/>
            <a:rect l="0" t="0" r="0" b="0"/>
            <a:pathLst>
              <a:path w="630741" h="574596">
                <a:moveTo>
                  <a:pt x="214946" y="502121"/>
                </a:moveTo>
                <a:cubicBezTo>
                  <a:pt x="257465" y="509385"/>
                  <a:pt x="301112" y="506086"/>
                  <a:pt x="342064" y="492512"/>
                </a:cubicBezTo>
                <a:cubicBezTo>
                  <a:pt x="346345" y="490987"/>
                  <a:pt x="350631" y="489364"/>
                  <a:pt x="354817" y="487647"/>
                </a:cubicBezTo>
                <a:cubicBezTo>
                  <a:pt x="360660" y="485287"/>
                  <a:pt x="366498" y="482835"/>
                  <a:pt x="372267" y="480019"/>
                </a:cubicBezTo>
                <a:cubicBezTo>
                  <a:pt x="371674" y="479418"/>
                  <a:pt x="371093" y="478806"/>
                  <a:pt x="370491" y="478215"/>
                </a:cubicBezTo>
                <a:cubicBezTo>
                  <a:pt x="338022" y="446298"/>
                  <a:pt x="301518" y="418781"/>
                  <a:pt x="261910" y="396369"/>
                </a:cubicBezTo>
                <a:cubicBezTo>
                  <a:pt x="228554" y="377289"/>
                  <a:pt x="192297" y="361011"/>
                  <a:pt x="167060" y="331954"/>
                </a:cubicBezTo>
                <a:cubicBezTo>
                  <a:pt x="149918" y="312100"/>
                  <a:pt x="139044" y="287592"/>
                  <a:pt x="135825" y="261540"/>
                </a:cubicBezTo>
                <a:cubicBezTo>
                  <a:pt x="130024" y="215532"/>
                  <a:pt x="154200" y="164289"/>
                  <a:pt x="197710" y="149082"/>
                </a:cubicBezTo>
                <a:cubicBezTo>
                  <a:pt x="223332" y="140074"/>
                  <a:pt x="251758" y="144145"/>
                  <a:pt x="277864" y="151603"/>
                </a:cubicBezTo>
                <a:cubicBezTo>
                  <a:pt x="318760" y="164036"/>
                  <a:pt x="357794" y="181955"/>
                  <a:pt x="393893" y="204874"/>
                </a:cubicBezTo>
                <a:lnTo>
                  <a:pt x="399205" y="208074"/>
                </a:lnTo>
                <a:cubicBezTo>
                  <a:pt x="401039" y="209196"/>
                  <a:pt x="402844" y="210357"/>
                  <a:pt x="404665" y="211488"/>
                </a:cubicBezTo>
                <a:cubicBezTo>
                  <a:pt x="423405" y="198243"/>
                  <a:pt x="442898" y="186102"/>
                  <a:pt x="463061" y="175155"/>
                </a:cubicBezTo>
                <a:cubicBezTo>
                  <a:pt x="474001" y="169720"/>
                  <a:pt x="485324" y="164479"/>
                  <a:pt x="496929" y="159807"/>
                </a:cubicBezTo>
                <a:cubicBezTo>
                  <a:pt x="481667" y="122821"/>
                  <a:pt x="458012" y="89903"/>
                  <a:pt x="427844" y="63683"/>
                </a:cubicBezTo>
                <a:cubicBezTo>
                  <a:pt x="397677" y="37462"/>
                  <a:pt x="361821" y="18658"/>
                  <a:pt x="323135" y="8756"/>
                </a:cubicBezTo>
                <a:cubicBezTo>
                  <a:pt x="305397" y="4224"/>
                  <a:pt x="287213" y="1666"/>
                  <a:pt x="268915" y="1128"/>
                </a:cubicBezTo>
                <a:cubicBezTo>
                  <a:pt x="220137" y="0"/>
                  <a:pt x="171939" y="11913"/>
                  <a:pt x="129277" y="35647"/>
                </a:cubicBezTo>
                <a:cubicBezTo>
                  <a:pt x="100212" y="51684"/>
                  <a:pt x="74678" y="73450"/>
                  <a:pt x="54222" y="99634"/>
                </a:cubicBezTo>
                <a:cubicBezTo>
                  <a:pt x="50036" y="105068"/>
                  <a:pt x="46044" y="110698"/>
                  <a:pt x="42240" y="116609"/>
                </a:cubicBezTo>
                <a:cubicBezTo>
                  <a:pt x="23454" y="145686"/>
                  <a:pt x="10763" y="178296"/>
                  <a:pt x="4950" y="212445"/>
                </a:cubicBezTo>
                <a:cubicBezTo>
                  <a:pt x="0" y="242653"/>
                  <a:pt x="579" y="273512"/>
                  <a:pt x="6661" y="303510"/>
                </a:cubicBezTo>
                <a:cubicBezTo>
                  <a:pt x="10226" y="321109"/>
                  <a:pt x="15744" y="338255"/>
                  <a:pt x="23116" y="354623"/>
                </a:cubicBezTo>
                <a:cubicBezTo>
                  <a:pt x="39710" y="392485"/>
                  <a:pt x="65519" y="425567"/>
                  <a:pt x="98172" y="450841"/>
                </a:cubicBezTo>
                <a:cubicBezTo>
                  <a:pt x="132327" y="477248"/>
                  <a:pt x="172426" y="494856"/>
                  <a:pt x="214946" y="502121"/>
                </a:cubicBezTo>
                <a:close/>
                <a:moveTo>
                  <a:pt x="629909" y="441986"/>
                </a:moveTo>
                <a:cubicBezTo>
                  <a:pt x="629376" y="436737"/>
                  <a:pt x="628504" y="431528"/>
                  <a:pt x="627298" y="426392"/>
                </a:cubicBezTo>
                <a:cubicBezTo>
                  <a:pt x="626621" y="423389"/>
                  <a:pt x="625944" y="420386"/>
                  <a:pt x="624978" y="417480"/>
                </a:cubicBezTo>
                <a:cubicBezTo>
                  <a:pt x="624010" y="414574"/>
                  <a:pt x="623140" y="412443"/>
                  <a:pt x="622173" y="409925"/>
                </a:cubicBezTo>
                <a:cubicBezTo>
                  <a:pt x="609797" y="381847"/>
                  <a:pt x="591565" y="356747"/>
                  <a:pt x="568704" y="336312"/>
                </a:cubicBezTo>
                <a:lnTo>
                  <a:pt x="566384" y="333987"/>
                </a:lnTo>
                <a:cubicBezTo>
                  <a:pt x="534177" y="303427"/>
                  <a:pt x="499651" y="275415"/>
                  <a:pt x="463119" y="250203"/>
                </a:cubicBezTo>
                <a:cubicBezTo>
                  <a:pt x="451034" y="241679"/>
                  <a:pt x="438754" y="233447"/>
                  <a:pt x="426378" y="225311"/>
                </a:cubicBezTo>
                <a:cubicBezTo>
                  <a:pt x="417386" y="219402"/>
                  <a:pt x="408391" y="213692"/>
                  <a:pt x="399205" y="208074"/>
                </a:cubicBezTo>
                <a:lnTo>
                  <a:pt x="393893" y="204874"/>
                </a:lnTo>
                <a:cubicBezTo>
                  <a:pt x="357794" y="181955"/>
                  <a:pt x="318760" y="164036"/>
                  <a:pt x="277864" y="151603"/>
                </a:cubicBezTo>
                <a:cubicBezTo>
                  <a:pt x="251758" y="144145"/>
                  <a:pt x="223332" y="140074"/>
                  <a:pt x="197710" y="149082"/>
                </a:cubicBezTo>
                <a:cubicBezTo>
                  <a:pt x="154200" y="164289"/>
                  <a:pt x="130024" y="215532"/>
                  <a:pt x="135825" y="261540"/>
                </a:cubicBezTo>
                <a:cubicBezTo>
                  <a:pt x="139044" y="287592"/>
                  <a:pt x="149918" y="312100"/>
                  <a:pt x="167060" y="331954"/>
                </a:cubicBezTo>
                <a:cubicBezTo>
                  <a:pt x="192297" y="361011"/>
                  <a:pt x="228554" y="377289"/>
                  <a:pt x="261910" y="396369"/>
                </a:cubicBezTo>
                <a:cubicBezTo>
                  <a:pt x="301518" y="418781"/>
                  <a:pt x="338022" y="446298"/>
                  <a:pt x="370491" y="478215"/>
                </a:cubicBezTo>
                <a:cubicBezTo>
                  <a:pt x="375228" y="482865"/>
                  <a:pt x="379677" y="487898"/>
                  <a:pt x="384125" y="492353"/>
                </a:cubicBezTo>
                <a:lnTo>
                  <a:pt x="384609" y="492353"/>
                </a:lnTo>
                <a:cubicBezTo>
                  <a:pt x="392150" y="500490"/>
                  <a:pt x="399402" y="508819"/>
                  <a:pt x="406847" y="517053"/>
                </a:cubicBezTo>
                <a:cubicBezTo>
                  <a:pt x="414174" y="525232"/>
                  <a:pt x="421953" y="532993"/>
                  <a:pt x="430149" y="540298"/>
                </a:cubicBezTo>
                <a:cubicBezTo>
                  <a:pt x="435667" y="545094"/>
                  <a:pt x="441516" y="549497"/>
                  <a:pt x="447650" y="553472"/>
                </a:cubicBezTo>
                <a:cubicBezTo>
                  <a:pt x="456201" y="558887"/>
                  <a:pt x="465393" y="563215"/>
                  <a:pt x="475012" y="566354"/>
                </a:cubicBezTo>
                <a:cubicBezTo>
                  <a:pt x="499225" y="574091"/>
                  <a:pt x="525162" y="574596"/>
                  <a:pt x="549657" y="567807"/>
                </a:cubicBezTo>
                <a:cubicBezTo>
                  <a:pt x="554516" y="566436"/>
                  <a:pt x="559295" y="564787"/>
                  <a:pt x="563966" y="562867"/>
                </a:cubicBezTo>
                <a:cubicBezTo>
                  <a:pt x="568250" y="561125"/>
                  <a:pt x="572362" y="558985"/>
                  <a:pt x="576246" y="556475"/>
                </a:cubicBezTo>
                <a:cubicBezTo>
                  <a:pt x="592116" y="546273"/>
                  <a:pt x="605075" y="532122"/>
                  <a:pt x="613858" y="515406"/>
                </a:cubicBezTo>
                <a:cubicBezTo>
                  <a:pt x="616153" y="511261"/>
                  <a:pt x="618219" y="506992"/>
                  <a:pt x="620047" y="502620"/>
                </a:cubicBezTo>
                <a:cubicBezTo>
                  <a:pt x="623658" y="494044"/>
                  <a:pt x="626381" y="485118"/>
                  <a:pt x="628168" y="475984"/>
                </a:cubicBezTo>
                <a:cubicBezTo>
                  <a:pt x="628168" y="475984"/>
                  <a:pt x="628168" y="475112"/>
                  <a:pt x="628168" y="474627"/>
                </a:cubicBezTo>
                <a:cubicBezTo>
                  <a:pt x="630156" y="463868"/>
                  <a:pt x="630741" y="452896"/>
                  <a:pt x="629909" y="441986"/>
                </a:cubicBezTo>
                <a:close/>
              </a:path>
            </a:pathLst>
          </a:custGeom>
          <a:noFill/>
          <a:ln w="14287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15131" y="4050844"/>
            <a:ext cx="630741" cy="574596"/>
          </a:xfrm>
          <a:custGeom>
            <a:avLst/>
            <a:gdLst/>
            <a:ahLst/>
            <a:cxnLst/>
            <a:rect l="0" t="0" r="0" b="0"/>
            <a:pathLst>
              <a:path w="630741" h="574596">
                <a:moveTo>
                  <a:pt x="214946" y="72474"/>
                </a:moveTo>
                <a:cubicBezTo>
                  <a:pt x="257465" y="65211"/>
                  <a:pt x="301112" y="68510"/>
                  <a:pt x="342064" y="82083"/>
                </a:cubicBezTo>
                <a:cubicBezTo>
                  <a:pt x="346345" y="83609"/>
                  <a:pt x="350631" y="85231"/>
                  <a:pt x="354817" y="86948"/>
                </a:cubicBezTo>
                <a:cubicBezTo>
                  <a:pt x="360660" y="89309"/>
                  <a:pt x="366498" y="91760"/>
                  <a:pt x="372267" y="94575"/>
                </a:cubicBezTo>
                <a:cubicBezTo>
                  <a:pt x="371674" y="95177"/>
                  <a:pt x="371093" y="95790"/>
                  <a:pt x="370491" y="96380"/>
                </a:cubicBezTo>
                <a:cubicBezTo>
                  <a:pt x="338022" y="128296"/>
                  <a:pt x="301518" y="155814"/>
                  <a:pt x="261910" y="178227"/>
                </a:cubicBezTo>
                <a:cubicBezTo>
                  <a:pt x="228554" y="197307"/>
                  <a:pt x="192297" y="213584"/>
                  <a:pt x="167060" y="242641"/>
                </a:cubicBezTo>
                <a:cubicBezTo>
                  <a:pt x="149918" y="262495"/>
                  <a:pt x="139044" y="287003"/>
                  <a:pt x="135825" y="313055"/>
                </a:cubicBezTo>
                <a:cubicBezTo>
                  <a:pt x="130024" y="359063"/>
                  <a:pt x="154200" y="410306"/>
                  <a:pt x="197710" y="425514"/>
                </a:cubicBezTo>
                <a:cubicBezTo>
                  <a:pt x="223332" y="434520"/>
                  <a:pt x="251758" y="430450"/>
                  <a:pt x="277864" y="422992"/>
                </a:cubicBezTo>
                <a:cubicBezTo>
                  <a:pt x="318760" y="410558"/>
                  <a:pt x="357794" y="392640"/>
                  <a:pt x="393893" y="369721"/>
                </a:cubicBezTo>
                <a:lnTo>
                  <a:pt x="399205" y="366521"/>
                </a:lnTo>
                <a:cubicBezTo>
                  <a:pt x="401039" y="365399"/>
                  <a:pt x="402844" y="364238"/>
                  <a:pt x="404665" y="363108"/>
                </a:cubicBezTo>
                <a:cubicBezTo>
                  <a:pt x="423405" y="376352"/>
                  <a:pt x="442898" y="388494"/>
                  <a:pt x="463061" y="399441"/>
                </a:cubicBezTo>
                <a:cubicBezTo>
                  <a:pt x="474001" y="404876"/>
                  <a:pt x="485318" y="411707"/>
                  <a:pt x="496924" y="416380"/>
                </a:cubicBezTo>
                <a:cubicBezTo>
                  <a:pt x="481662" y="453367"/>
                  <a:pt x="458012" y="484692"/>
                  <a:pt x="427844" y="510913"/>
                </a:cubicBezTo>
                <a:cubicBezTo>
                  <a:pt x="397677" y="537133"/>
                  <a:pt x="361821" y="555938"/>
                  <a:pt x="323135" y="565840"/>
                </a:cubicBezTo>
                <a:cubicBezTo>
                  <a:pt x="305397" y="570372"/>
                  <a:pt x="287213" y="572929"/>
                  <a:pt x="268915" y="573467"/>
                </a:cubicBezTo>
                <a:cubicBezTo>
                  <a:pt x="220137" y="574596"/>
                  <a:pt x="171939" y="562682"/>
                  <a:pt x="129277" y="538948"/>
                </a:cubicBezTo>
                <a:cubicBezTo>
                  <a:pt x="100212" y="522912"/>
                  <a:pt x="74678" y="501146"/>
                  <a:pt x="54222" y="474962"/>
                </a:cubicBezTo>
                <a:cubicBezTo>
                  <a:pt x="50036" y="469527"/>
                  <a:pt x="46044" y="463897"/>
                  <a:pt x="42240" y="457985"/>
                </a:cubicBezTo>
                <a:cubicBezTo>
                  <a:pt x="23454" y="428908"/>
                  <a:pt x="10763" y="396300"/>
                  <a:pt x="4950" y="362150"/>
                </a:cubicBezTo>
                <a:cubicBezTo>
                  <a:pt x="0" y="331943"/>
                  <a:pt x="579" y="301084"/>
                  <a:pt x="6661" y="271086"/>
                </a:cubicBezTo>
                <a:cubicBezTo>
                  <a:pt x="10226" y="253485"/>
                  <a:pt x="15744" y="236340"/>
                  <a:pt x="23116" y="219973"/>
                </a:cubicBezTo>
                <a:cubicBezTo>
                  <a:pt x="39710" y="182111"/>
                  <a:pt x="65519" y="149029"/>
                  <a:pt x="98172" y="123755"/>
                </a:cubicBezTo>
                <a:cubicBezTo>
                  <a:pt x="132327" y="97348"/>
                  <a:pt x="172426" y="79739"/>
                  <a:pt x="214946" y="72474"/>
                </a:cubicBezTo>
                <a:close/>
                <a:moveTo>
                  <a:pt x="629909" y="132609"/>
                </a:moveTo>
                <a:cubicBezTo>
                  <a:pt x="629376" y="137859"/>
                  <a:pt x="628504" y="143068"/>
                  <a:pt x="627298" y="148204"/>
                </a:cubicBezTo>
                <a:cubicBezTo>
                  <a:pt x="626621" y="151207"/>
                  <a:pt x="625944" y="154209"/>
                  <a:pt x="624978" y="157115"/>
                </a:cubicBezTo>
                <a:cubicBezTo>
                  <a:pt x="624010" y="160020"/>
                  <a:pt x="623140" y="162152"/>
                  <a:pt x="622173" y="164670"/>
                </a:cubicBezTo>
                <a:cubicBezTo>
                  <a:pt x="609797" y="192748"/>
                  <a:pt x="591565" y="217848"/>
                  <a:pt x="568704" y="238284"/>
                </a:cubicBezTo>
                <a:lnTo>
                  <a:pt x="566384" y="240609"/>
                </a:lnTo>
                <a:cubicBezTo>
                  <a:pt x="534177" y="271169"/>
                  <a:pt x="499651" y="299181"/>
                  <a:pt x="463119" y="324392"/>
                </a:cubicBezTo>
                <a:cubicBezTo>
                  <a:pt x="451034" y="332915"/>
                  <a:pt x="438754" y="341149"/>
                  <a:pt x="426378" y="349285"/>
                </a:cubicBezTo>
                <a:cubicBezTo>
                  <a:pt x="417386" y="355193"/>
                  <a:pt x="408391" y="360904"/>
                  <a:pt x="399205" y="366521"/>
                </a:cubicBezTo>
                <a:lnTo>
                  <a:pt x="393893" y="369721"/>
                </a:lnTo>
                <a:cubicBezTo>
                  <a:pt x="357794" y="392640"/>
                  <a:pt x="318760" y="410558"/>
                  <a:pt x="277864" y="422992"/>
                </a:cubicBezTo>
                <a:cubicBezTo>
                  <a:pt x="251758" y="430450"/>
                  <a:pt x="223332" y="434520"/>
                  <a:pt x="197710" y="425514"/>
                </a:cubicBezTo>
                <a:cubicBezTo>
                  <a:pt x="154200" y="410306"/>
                  <a:pt x="130024" y="359063"/>
                  <a:pt x="135825" y="313055"/>
                </a:cubicBezTo>
                <a:cubicBezTo>
                  <a:pt x="139044" y="287003"/>
                  <a:pt x="149918" y="262495"/>
                  <a:pt x="167060" y="242641"/>
                </a:cubicBezTo>
                <a:cubicBezTo>
                  <a:pt x="192297" y="213584"/>
                  <a:pt x="228554" y="197307"/>
                  <a:pt x="261910" y="178227"/>
                </a:cubicBezTo>
                <a:cubicBezTo>
                  <a:pt x="301518" y="155814"/>
                  <a:pt x="338022" y="128296"/>
                  <a:pt x="370491" y="96380"/>
                </a:cubicBezTo>
                <a:cubicBezTo>
                  <a:pt x="375228" y="91731"/>
                  <a:pt x="379677" y="86698"/>
                  <a:pt x="384125" y="82242"/>
                </a:cubicBezTo>
                <a:lnTo>
                  <a:pt x="384609" y="82242"/>
                </a:lnTo>
                <a:cubicBezTo>
                  <a:pt x="392150" y="74106"/>
                  <a:pt x="399402" y="65776"/>
                  <a:pt x="406847" y="57543"/>
                </a:cubicBezTo>
                <a:cubicBezTo>
                  <a:pt x="414174" y="49364"/>
                  <a:pt x="421953" y="41603"/>
                  <a:pt x="430149" y="34297"/>
                </a:cubicBezTo>
                <a:cubicBezTo>
                  <a:pt x="435667" y="29500"/>
                  <a:pt x="441516" y="25099"/>
                  <a:pt x="447650" y="21124"/>
                </a:cubicBezTo>
                <a:cubicBezTo>
                  <a:pt x="456201" y="15708"/>
                  <a:pt x="465393" y="11381"/>
                  <a:pt x="475012" y="8241"/>
                </a:cubicBezTo>
                <a:cubicBezTo>
                  <a:pt x="499225" y="504"/>
                  <a:pt x="525162" y="0"/>
                  <a:pt x="549657" y="6788"/>
                </a:cubicBezTo>
                <a:cubicBezTo>
                  <a:pt x="554516" y="8159"/>
                  <a:pt x="559295" y="9808"/>
                  <a:pt x="563966" y="11729"/>
                </a:cubicBezTo>
                <a:cubicBezTo>
                  <a:pt x="568250" y="13470"/>
                  <a:pt x="572362" y="15610"/>
                  <a:pt x="576246" y="18121"/>
                </a:cubicBezTo>
                <a:cubicBezTo>
                  <a:pt x="592116" y="28323"/>
                  <a:pt x="605075" y="42473"/>
                  <a:pt x="613858" y="59190"/>
                </a:cubicBezTo>
                <a:cubicBezTo>
                  <a:pt x="616153" y="63335"/>
                  <a:pt x="618219" y="67603"/>
                  <a:pt x="620047" y="71975"/>
                </a:cubicBezTo>
                <a:cubicBezTo>
                  <a:pt x="623658" y="80551"/>
                  <a:pt x="626381" y="89477"/>
                  <a:pt x="628168" y="98612"/>
                </a:cubicBezTo>
                <a:cubicBezTo>
                  <a:pt x="628168" y="98612"/>
                  <a:pt x="628168" y="99483"/>
                  <a:pt x="628168" y="99967"/>
                </a:cubicBezTo>
                <a:cubicBezTo>
                  <a:pt x="630156" y="110727"/>
                  <a:pt x="630741" y="121699"/>
                  <a:pt x="629909" y="132609"/>
                </a:cubicBezTo>
                <a:close/>
              </a:path>
            </a:pathLst>
          </a:custGeom>
          <a:noFill/>
          <a:ln w="14287">
            <a:solidFill>
              <a:srgbClr val="E5575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78413" y="172601"/>
            <a:ext cx="2936638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IN" sz="2000" b="1" dirty="0">
                <a:solidFill>
                  <a:srgbClr val="484848"/>
                </a:solidFill>
                <a:latin typeface="Arial Black" panose="020B0A04020102020204" pitchFamily="34" charset="0"/>
              </a:rPr>
              <a:t> Causes of Terrorism</a:t>
            </a:r>
            <a:endParaRPr sz="2000" b="1" dirty="0">
              <a:solidFill>
                <a:srgbClr val="484848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50832" y="2128838"/>
            <a:ext cx="871344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dirty="0">
                <a:solidFill>
                  <a:srgbClr val="DE8431"/>
                </a:solidFill>
                <a:latin typeface="Arial Black" panose="020B0A04020102020204" pitchFamily="34" charset="0"/>
              </a:rPr>
              <a:t>Poverty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5826" y="2128838"/>
            <a:ext cx="1727589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dirty="0">
                <a:solidFill>
                  <a:srgbClr val="E55753"/>
                </a:solidFill>
                <a:latin typeface="Arial Black" panose="020B0A04020102020204" pitchFamily="34" charset="0"/>
              </a:rPr>
              <a:t>Bad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6522" y="2466975"/>
            <a:ext cx="131125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Roboto"/>
              </a:rPr>
              <a:t>Economic hardship
breeds desperation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8829" y="2466975"/>
            <a:ext cx="126156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Roboto"/>
              </a:rPr>
              <a:t>Corruption creates
instability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6194" y="4872038"/>
            <a:ext cx="1635064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dirty="0">
                <a:solidFill>
                  <a:srgbClr val="00B0F0"/>
                </a:solidFill>
                <a:latin typeface="Arial Black" panose="020B0A04020102020204" pitchFamily="34" charset="0"/>
              </a:rPr>
              <a:t>Social Injustice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6194" y="5210175"/>
            <a:ext cx="1544231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Roboto"/>
              </a:rPr>
              <a:t>Grievances fuel</a:t>
            </a:r>
            <a:r>
              <a:rPr lang="en-IN" sz="1200" b="0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0" dirty="0">
                <a:solidFill>
                  <a:srgbClr val="484848"/>
                </a:solidFill>
                <a:latin typeface="Roboto"/>
              </a:rPr>
              <a:t>resentment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7654" y="3148013"/>
            <a:ext cx="389274" cy="438150"/>
          </a:xfrm>
          <a:custGeom>
            <a:avLst/>
            <a:gdLst/>
            <a:ahLst/>
            <a:cxnLst/>
            <a:rect l="0" t="0" r="0" b="0"/>
            <a:pathLst>
              <a:path w="389274" h="438150">
                <a:moveTo>
                  <a:pt x="190500" y="190500"/>
                </a:moveTo>
                <a:lnTo>
                  <a:pt x="163639" y="10858"/>
                </a:lnTo>
                <a:cubicBezTo>
                  <a:pt x="163175" y="8133"/>
                  <a:pt x="163942" y="5342"/>
                  <a:pt x="165734" y="3238"/>
                </a:cubicBezTo>
                <a:cubicBezTo>
                  <a:pt x="167591" y="1198"/>
                  <a:pt x="170215" y="24"/>
                  <a:pt x="172973" y="0"/>
                </a:cubicBezTo>
                <a:lnTo>
                  <a:pt x="304800" y="0"/>
                </a:lnTo>
                <a:moveTo>
                  <a:pt x="238125" y="228600"/>
                </a:moveTo>
                <a:lnTo>
                  <a:pt x="220218" y="48577"/>
                </a:lnTo>
                <a:cubicBezTo>
                  <a:pt x="219912" y="45890"/>
                  <a:pt x="220741" y="43198"/>
                  <a:pt x="222503" y="41147"/>
                </a:cubicBezTo>
                <a:cubicBezTo>
                  <a:pt x="224348" y="39225"/>
                  <a:pt x="226888" y="38126"/>
                  <a:pt x="229552" y="38100"/>
                </a:cubicBezTo>
                <a:lnTo>
                  <a:pt x="379475" y="38100"/>
                </a:lnTo>
                <a:cubicBezTo>
                  <a:pt x="382245" y="38075"/>
                  <a:pt x="384887" y="39258"/>
                  <a:pt x="386715" y="41338"/>
                </a:cubicBezTo>
                <a:cubicBezTo>
                  <a:pt x="388507" y="43442"/>
                  <a:pt x="389274" y="46233"/>
                  <a:pt x="388810" y="48958"/>
                </a:cubicBezTo>
                <a:lnTo>
                  <a:pt x="361950" y="228600"/>
                </a:lnTo>
                <a:moveTo>
                  <a:pt x="352425" y="419100"/>
                </a:moveTo>
                <a:lnTo>
                  <a:pt x="192023" y="419100"/>
                </a:lnTo>
                <a:cubicBezTo>
                  <a:pt x="184725" y="419099"/>
                  <a:pt x="177490" y="420455"/>
                  <a:pt x="170687" y="423100"/>
                </a:cubicBezTo>
                <a:lnTo>
                  <a:pt x="132588" y="438150"/>
                </a:lnTo>
                <a:moveTo>
                  <a:pt x="190500" y="228600"/>
                </a:moveTo>
                <a:lnTo>
                  <a:pt x="371475" y="228600"/>
                </a:lnTo>
                <a:lnTo>
                  <a:pt x="383476" y="246697"/>
                </a:lnTo>
                <a:cubicBezTo>
                  <a:pt x="387663" y="253055"/>
                  <a:pt x="387663" y="261294"/>
                  <a:pt x="383476" y="267652"/>
                </a:cubicBezTo>
                <a:lnTo>
                  <a:pt x="377571" y="276606"/>
                </a:lnTo>
                <a:cubicBezTo>
                  <a:pt x="373807" y="282293"/>
                  <a:pt x="373371" y="289559"/>
                  <a:pt x="376427" y="295656"/>
                </a:cubicBezTo>
                <a:lnTo>
                  <a:pt x="386333" y="314706"/>
                </a:lnTo>
                <a:cubicBezTo>
                  <a:pt x="389051" y="320098"/>
                  <a:pt x="389051" y="326458"/>
                  <a:pt x="386333" y="331851"/>
                </a:cubicBezTo>
                <a:lnTo>
                  <a:pt x="375094" y="354330"/>
                </a:lnTo>
                <a:cubicBezTo>
                  <a:pt x="372816" y="358815"/>
                  <a:pt x="372405" y="364020"/>
                  <a:pt x="373951" y="368808"/>
                </a:cubicBezTo>
                <a:lnTo>
                  <a:pt x="377190" y="378713"/>
                </a:lnTo>
                <a:cubicBezTo>
                  <a:pt x="379298" y="385421"/>
                  <a:pt x="377540" y="392744"/>
                  <a:pt x="372618" y="397763"/>
                </a:cubicBezTo>
                <a:lnTo>
                  <a:pt x="352425" y="419100"/>
                </a:lnTo>
                <a:moveTo>
                  <a:pt x="0" y="323850"/>
                </a:moveTo>
                <a:lnTo>
                  <a:pt x="64007" y="299847"/>
                </a:lnTo>
                <a:cubicBezTo>
                  <a:pt x="71863" y="296808"/>
                  <a:pt x="78539" y="291333"/>
                  <a:pt x="83057" y="284226"/>
                </a:cubicBezTo>
                <a:lnTo>
                  <a:pt x="145923" y="182118"/>
                </a:lnTo>
                <a:cubicBezTo>
                  <a:pt x="150198" y="175086"/>
                  <a:pt x="155991" y="169098"/>
                  <a:pt x="162877" y="164592"/>
                </a:cubicBezTo>
                <a:lnTo>
                  <a:pt x="184404" y="150113"/>
                </a:lnTo>
                <a:moveTo>
                  <a:pt x="280797" y="138112"/>
                </a:moveTo>
                <a:cubicBezTo>
                  <a:pt x="280797" y="124961"/>
                  <a:pt x="291458" y="114300"/>
                  <a:pt x="304609" y="114300"/>
                </a:cubicBezTo>
                <a:cubicBezTo>
                  <a:pt x="317760" y="114300"/>
                  <a:pt x="328422" y="124961"/>
                  <a:pt x="328422" y="138112"/>
                </a:cubicBezTo>
                <a:cubicBezTo>
                  <a:pt x="328422" y="151263"/>
                  <a:pt x="317760" y="161925"/>
                  <a:pt x="304609" y="161925"/>
                </a:cubicBezTo>
                <a:cubicBezTo>
                  <a:pt x="291458" y="161925"/>
                  <a:pt x="280797" y="151263"/>
                  <a:pt x="280797" y="138112"/>
                </a:cubicBezTo>
              </a:path>
            </a:pathLst>
          </a:custGeom>
          <a:noFill/>
          <a:ln w="14287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40580" y="3148013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438150" y="304800"/>
                </a:moveTo>
                <a:cubicBezTo>
                  <a:pt x="438150" y="310060"/>
                  <a:pt x="433885" y="314325"/>
                  <a:pt x="428625" y="314325"/>
                </a:cubicBezTo>
                <a:lnTo>
                  <a:pt x="295275" y="314325"/>
                </a:lnTo>
                <a:cubicBezTo>
                  <a:pt x="290014" y="314325"/>
                  <a:pt x="285750" y="310060"/>
                  <a:pt x="285750" y="304800"/>
                </a:cubicBezTo>
                <a:lnTo>
                  <a:pt x="285750" y="23050"/>
                </a:lnTo>
                <a:cubicBezTo>
                  <a:pt x="285751" y="19947"/>
                  <a:pt x="287264" y="17039"/>
                  <a:pt x="289804" y="15256"/>
                </a:cubicBezTo>
                <a:cubicBezTo>
                  <a:pt x="292345" y="13474"/>
                  <a:pt x="295595" y="13041"/>
                  <a:pt x="298513" y="14096"/>
                </a:cubicBezTo>
                <a:lnTo>
                  <a:pt x="431863" y="54863"/>
                </a:lnTo>
                <a:cubicBezTo>
                  <a:pt x="435634" y="56227"/>
                  <a:pt x="438148" y="59807"/>
                  <a:pt x="438150" y="63817"/>
                </a:cubicBezTo>
                <a:close/>
                <a:moveTo>
                  <a:pt x="419100" y="47625"/>
                </a:moveTo>
                <a:lnTo>
                  <a:pt x="419100" y="0"/>
                </a:lnTo>
                <a:moveTo>
                  <a:pt x="285750" y="95250"/>
                </a:moveTo>
                <a:lnTo>
                  <a:pt x="342900" y="95250"/>
                </a:lnTo>
                <a:moveTo>
                  <a:pt x="152400" y="171450"/>
                </a:moveTo>
                <a:lnTo>
                  <a:pt x="209550" y="171450"/>
                </a:lnTo>
                <a:moveTo>
                  <a:pt x="152400" y="228600"/>
                </a:moveTo>
                <a:lnTo>
                  <a:pt x="228600" y="228600"/>
                </a:lnTo>
                <a:moveTo>
                  <a:pt x="285750" y="152400"/>
                </a:moveTo>
                <a:lnTo>
                  <a:pt x="390525" y="152400"/>
                </a:lnTo>
                <a:moveTo>
                  <a:pt x="333375" y="314325"/>
                </a:moveTo>
                <a:lnTo>
                  <a:pt x="333375" y="247650"/>
                </a:lnTo>
                <a:cubicBezTo>
                  <a:pt x="333375" y="242389"/>
                  <a:pt x="337639" y="238125"/>
                  <a:pt x="342900" y="238125"/>
                </a:cubicBezTo>
                <a:lnTo>
                  <a:pt x="381000" y="238125"/>
                </a:lnTo>
                <a:cubicBezTo>
                  <a:pt x="386260" y="238125"/>
                  <a:pt x="390525" y="242389"/>
                  <a:pt x="390525" y="247650"/>
                </a:cubicBezTo>
                <a:lnTo>
                  <a:pt x="390525" y="314325"/>
                </a:lnTo>
                <a:moveTo>
                  <a:pt x="285750" y="114300"/>
                </a:moveTo>
                <a:lnTo>
                  <a:pt x="161925" y="114300"/>
                </a:lnTo>
                <a:cubicBezTo>
                  <a:pt x="156664" y="114300"/>
                  <a:pt x="152400" y="118564"/>
                  <a:pt x="152400" y="123825"/>
                </a:cubicBezTo>
                <a:lnTo>
                  <a:pt x="152400" y="257175"/>
                </a:lnTo>
                <a:moveTo>
                  <a:pt x="0" y="261175"/>
                </a:moveTo>
                <a:lnTo>
                  <a:pt x="93154" y="354139"/>
                </a:lnTo>
                <a:cubicBezTo>
                  <a:pt x="96051" y="357059"/>
                  <a:pt x="99994" y="358701"/>
                  <a:pt x="104108" y="358701"/>
                </a:cubicBezTo>
                <a:cubicBezTo>
                  <a:pt x="108221" y="358701"/>
                  <a:pt x="112164" y="357059"/>
                  <a:pt x="115061" y="354139"/>
                </a:cubicBezTo>
                <a:lnTo>
                  <a:pt x="166497" y="302704"/>
                </a:lnTo>
                <a:cubicBezTo>
                  <a:pt x="172510" y="296748"/>
                  <a:pt x="182200" y="296748"/>
                  <a:pt x="188213" y="302704"/>
                </a:cubicBezTo>
                <a:lnTo>
                  <a:pt x="323850" y="438150"/>
                </a:lnTo>
                <a:moveTo>
                  <a:pt x="323850" y="352425"/>
                </a:moveTo>
                <a:lnTo>
                  <a:pt x="323850" y="438150"/>
                </a:lnTo>
                <a:lnTo>
                  <a:pt x="238125" y="438150"/>
                </a:lnTo>
              </a:path>
            </a:pathLst>
          </a:custGeom>
          <a:noFill/>
          <a:ln w="14287">
            <a:solidFill>
              <a:srgbClr val="E5575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963761" y="4087520"/>
            <a:ext cx="419987" cy="387934"/>
          </a:xfrm>
          <a:custGeom>
            <a:avLst/>
            <a:gdLst/>
            <a:ahLst/>
            <a:cxnLst/>
            <a:rect l="0" t="0" r="0" b="0"/>
            <a:pathLst>
              <a:path w="419987" h="387934">
                <a:moveTo>
                  <a:pt x="209993" y="92659"/>
                </a:moveTo>
                <a:lnTo>
                  <a:pt x="209993" y="387934"/>
                </a:lnTo>
                <a:moveTo>
                  <a:pt x="162368" y="387934"/>
                </a:moveTo>
                <a:lnTo>
                  <a:pt x="257618" y="387934"/>
                </a:lnTo>
                <a:moveTo>
                  <a:pt x="443" y="273634"/>
                </a:moveTo>
                <a:lnTo>
                  <a:pt x="67118" y="131445"/>
                </a:lnTo>
                <a:lnTo>
                  <a:pt x="133793" y="273634"/>
                </a:lnTo>
                <a:moveTo>
                  <a:pt x="181418" y="64084"/>
                </a:moveTo>
                <a:cubicBezTo>
                  <a:pt x="181418" y="79865"/>
                  <a:pt x="194212" y="92659"/>
                  <a:pt x="209993" y="92659"/>
                </a:cubicBezTo>
                <a:cubicBezTo>
                  <a:pt x="225775" y="92659"/>
                  <a:pt x="238568" y="79865"/>
                  <a:pt x="238568" y="64084"/>
                </a:cubicBezTo>
                <a:cubicBezTo>
                  <a:pt x="238568" y="48302"/>
                  <a:pt x="225775" y="35509"/>
                  <a:pt x="209993" y="35509"/>
                </a:cubicBezTo>
                <a:cubicBezTo>
                  <a:pt x="194212" y="35509"/>
                  <a:pt x="181418" y="48302"/>
                  <a:pt x="181418" y="64084"/>
                </a:cubicBezTo>
                <a:close/>
                <a:moveTo>
                  <a:pt x="67118" y="340309"/>
                </a:moveTo>
                <a:cubicBezTo>
                  <a:pt x="84934" y="340752"/>
                  <a:pt x="102152" y="333870"/>
                  <a:pt x="114753" y="321269"/>
                </a:cubicBezTo>
                <a:cubicBezTo>
                  <a:pt x="127355" y="308667"/>
                  <a:pt x="134237" y="291449"/>
                  <a:pt x="133793" y="273634"/>
                </a:cubicBezTo>
                <a:lnTo>
                  <a:pt x="443" y="273634"/>
                </a:lnTo>
                <a:cubicBezTo>
                  <a:pt x="0" y="291449"/>
                  <a:pt x="6882" y="308667"/>
                  <a:pt x="19483" y="321269"/>
                </a:cubicBezTo>
                <a:cubicBezTo>
                  <a:pt x="32085" y="333870"/>
                  <a:pt x="49303" y="340752"/>
                  <a:pt x="67118" y="340309"/>
                </a:cubicBezTo>
                <a:close/>
                <a:moveTo>
                  <a:pt x="419543" y="159334"/>
                </a:moveTo>
                <a:lnTo>
                  <a:pt x="352868" y="15830"/>
                </a:lnTo>
                <a:lnTo>
                  <a:pt x="286193" y="159334"/>
                </a:lnTo>
                <a:moveTo>
                  <a:pt x="352868" y="226009"/>
                </a:moveTo>
                <a:cubicBezTo>
                  <a:pt x="335053" y="226452"/>
                  <a:pt x="317834" y="219570"/>
                  <a:pt x="305233" y="206969"/>
                </a:cubicBezTo>
                <a:cubicBezTo>
                  <a:pt x="292632" y="194367"/>
                  <a:pt x="285749" y="177149"/>
                  <a:pt x="286193" y="159334"/>
                </a:cubicBezTo>
                <a:lnTo>
                  <a:pt x="419543" y="159334"/>
                </a:lnTo>
                <a:cubicBezTo>
                  <a:pt x="419987" y="177149"/>
                  <a:pt x="413105" y="194367"/>
                  <a:pt x="400503" y="206969"/>
                </a:cubicBezTo>
                <a:cubicBezTo>
                  <a:pt x="387902" y="219570"/>
                  <a:pt x="370684" y="226452"/>
                  <a:pt x="352868" y="226009"/>
                </a:cubicBezTo>
                <a:close/>
                <a:moveTo>
                  <a:pt x="238454" y="62102"/>
                </a:moveTo>
                <a:lnTo>
                  <a:pt x="392016" y="0"/>
                </a:lnTo>
                <a:moveTo>
                  <a:pt x="27990" y="147237"/>
                </a:moveTo>
                <a:lnTo>
                  <a:pt x="188372" y="82353"/>
                </a:lnTo>
              </a:path>
            </a:pathLst>
          </a:custGeom>
          <a:noFill/>
          <a:ln w="14287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37115" y="1942642"/>
            <a:ext cx="3958124" cy="3760218"/>
          </a:xfrm>
          <a:custGeom>
            <a:avLst/>
            <a:gdLst/>
            <a:ahLst/>
            <a:cxnLst/>
            <a:rect l="0" t="0" r="0" b="0"/>
            <a:pathLst>
              <a:path w="3958124" h="3760218">
                <a:moveTo>
                  <a:pt x="239887" y="3463358"/>
                </a:moveTo>
                <a:lnTo>
                  <a:pt x="239887" y="3364405"/>
                </a:lnTo>
                <a:lnTo>
                  <a:pt x="3718237" y="3364405"/>
                </a:lnTo>
                <a:lnTo>
                  <a:pt x="3718237" y="3463358"/>
                </a:lnTo>
                <a:lnTo>
                  <a:pt x="3838184" y="3463358"/>
                </a:lnTo>
                <a:lnTo>
                  <a:pt x="3838184" y="3562311"/>
                </a:lnTo>
                <a:lnTo>
                  <a:pt x="3958124" y="3562311"/>
                </a:lnTo>
                <a:lnTo>
                  <a:pt x="3958124" y="3760218"/>
                </a:lnTo>
                <a:lnTo>
                  <a:pt x="0" y="3760218"/>
                </a:lnTo>
                <a:lnTo>
                  <a:pt x="0" y="3562311"/>
                </a:lnTo>
                <a:lnTo>
                  <a:pt x="119939" y="3562311"/>
                </a:lnTo>
                <a:lnTo>
                  <a:pt x="119939" y="3463358"/>
                </a:lnTo>
                <a:lnTo>
                  <a:pt x="239887" y="3463358"/>
                </a:lnTo>
                <a:moveTo>
                  <a:pt x="3718237" y="791624"/>
                </a:moveTo>
                <a:lnTo>
                  <a:pt x="3718237" y="890577"/>
                </a:lnTo>
                <a:lnTo>
                  <a:pt x="239887" y="890577"/>
                </a:lnTo>
                <a:lnTo>
                  <a:pt x="239887" y="791624"/>
                </a:lnTo>
                <a:lnTo>
                  <a:pt x="119939" y="791624"/>
                </a:lnTo>
                <a:lnTo>
                  <a:pt x="119939" y="692671"/>
                </a:lnTo>
                <a:lnTo>
                  <a:pt x="0" y="692671"/>
                </a:lnTo>
                <a:lnTo>
                  <a:pt x="0" y="593718"/>
                </a:lnTo>
                <a:lnTo>
                  <a:pt x="1979062" y="0"/>
                </a:lnTo>
                <a:lnTo>
                  <a:pt x="3958124" y="593718"/>
                </a:lnTo>
                <a:lnTo>
                  <a:pt x="3958124" y="692671"/>
                </a:lnTo>
                <a:lnTo>
                  <a:pt x="3838184" y="692671"/>
                </a:lnTo>
                <a:lnTo>
                  <a:pt x="3838184" y="791624"/>
                </a:lnTo>
                <a:lnTo>
                  <a:pt x="3718237" y="791624"/>
                </a:lnTo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37115" y="1942642"/>
            <a:ext cx="3958124" cy="3760218"/>
          </a:xfrm>
          <a:custGeom>
            <a:avLst/>
            <a:gdLst/>
            <a:ahLst/>
            <a:cxnLst/>
            <a:rect l="0" t="0" r="0" b="0"/>
            <a:pathLst>
              <a:path w="3958124" h="3760218">
                <a:moveTo>
                  <a:pt x="0" y="3562311"/>
                </a:moveTo>
                <a:lnTo>
                  <a:pt x="119943" y="3562311"/>
                </a:lnTo>
                <a:lnTo>
                  <a:pt x="3838181" y="3562311"/>
                </a:lnTo>
                <a:lnTo>
                  <a:pt x="3958124" y="3562311"/>
                </a:lnTo>
                <a:lnTo>
                  <a:pt x="3958124" y="3760218"/>
                </a:lnTo>
                <a:lnTo>
                  <a:pt x="0" y="3760218"/>
                </a:lnTo>
                <a:lnTo>
                  <a:pt x="0" y="3562311"/>
                </a:lnTo>
                <a:close/>
                <a:moveTo>
                  <a:pt x="239886" y="3364405"/>
                </a:moveTo>
                <a:lnTo>
                  <a:pt x="3718238" y="3364405"/>
                </a:lnTo>
                <a:lnTo>
                  <a:pt x="3718238" y="3463358"/>
                </a:lnTo>
                <a:lnTo>
                  <a:pt x="239886" y="3463358"/>
                </a:lnTo>
                <a:lnTo>
                  <a:pt x="239886" y="3364405"/>
                </a:lnTo>
                <a:close/>
                <a:moveTo>
                  <a:pt x="1979062" y="0"/>
                </a:moveTo>
                <a:lnTo>
                  <a:pt x="3958124" y="593718"/>
                </a:lnTo>
                <a:lnTo>
                  <a:pt x="3958124" y="692671"/>
                </a:lnTo>
                <a:lnTo>
                  <a:pt x="3838181" y="692671"/>
                </a:lnTo>
                <a:lnTo>
                  <a:pt x="119943" y="692671"/>
                </a:lnTo>
                <a:lnTo>
                  <a:pt x="0" y="692671"/>
                </a:lnTo>
                <a:lnTo>
                  <a:pt x="0" y="593718"/>
                </a:lnTo>
                <a:lnTo>
                  <a:pt x="1979062" y="0"/>
                </a:lnTo>
                <a:close/>
                <a:moveTo>
                  <a:pt x="239886" y="890577"/>
                </a:moveTo>
                <a:lnTo>
                  <a:pt x="3718238" y="890577"/>
                </a:lnTo>
                <a:lnTo>
                  <a:pt x="3718238" y="791624"/>
                </a:lnTo>
                <a:lnTo>
                  <a:pt x="239886" y="791624"/>
                </a:lnTo>
                <a:lnTo>
                  <a:pt x="239886" y="890577"/>
                </a:lnTo>
                <a:close/>
                <a:moveTo>
                  <a:pt x="119943" y="692671"/>
                </a:moveTo>
                <a:lnTo>
                  <a:pt x="119943" y="791624"/>
                </a:lnTo>
                <a:lnTo>
                  <a:pt x="239886" y="791624"/>
                </a:lnTo>
                <a:lnTo>
                  <a:pt x="3718238" y="791624"/>
                </a:lnTo>
                <a:lnTo>
                  <a:pt x="3838181" y="791624"/>
                </a:lnTo>
                <a:lnTo>
                  <a:pt x="3838181" y="692671"/>
                </a:lnTo>
                <a:lnTo>
                  <a:pt x="119943" y="692671"/>
                </a:lnTo>
                <a:close/>
                <a:moveTo>
                  <a:pt x="3718238" y="3463358"/>
                </a:moveTo>
                <a:lnTo>
                  <a:pt x="239886" y="3463358"/>
                </a:lnTo>
                <a:lnTo>
                  <a:pt x="119943" y="3463358"/>
                </a:lnTo>
                <a:lnTo>
                  <a:pt x="119943" y="3562311"/>
                </a:lnTo>
                <a:lnTo>
                  <a:pt x="3838181" y="3562311"/>
                </a:lnTo>
                <a:lnTo>
                  <a:pt x="3838181" y="3463358"/>
                </a:lnTo>
                <a:lnTo>
                  <a:pt x="3718238" y="3463358"/>
                </a:lnTo>
                <a:close/>
              </a:path>
            </a:pathLst>
          </a:custGeom>
          <a:noFill/>
          <a:ln w="1236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212907" y="2833220"/>
            <a:ext cx="593718" cy="2473827"/>
          </a:xfrm>
          <a:custGeom>
            <a:avLst/>
            <a:gdLst/>
            <a:ahLst/>
            <a:cxnLst/>
            <a:rect l="0" t="0" r="0" b="0"/>
            <a:pathLst>
              <a:path w="593718" h="2473827">
                <a:moveTo>
                  <a:pt x="593718" y="2374874"/>
                </a:moveTo>
                <a:lnTo>
                  <a:pt x="593718" y="2473827"/>
                </a:lnTo>
                <a:lnTo>
                  <a:pt x="0" y="2473827"/>
                </a:lnTo>
                <a:lnTo>
                  <a:pt x="0" y="2374874"/>
                </a:lnTo>
                <a:lnTo>
                  <a:pt x="49476" y="2374874"/>
                </a:lnTo>
                <a:lnTo>
                  <a:pt x="49476" y="2275921"/>
                </a:lnTo>
                <a:lnTo>
                  <a:pt x="98953" y="2275921"/>
                </a:lnTo>
                <a:lnTo>
                  <a:pt x="98953" y="197906"/>
                </a:lnTo>
                <a:lnTo>
                  <a:pt x="49476" y="197906"/>
                </a:lnTo>
                <a:lnTo>
                  <a:pt x="49476" y="98953"/>
                </a:lnTo>
                <a:lnTo>
                  <a:pt x="0" y="98953"/>
                </a:lnTo>
                <a:lnTo>
                  <a:pt x="0" y="0"/>
                </a:lnTo>
                <a:lnTo>
                  <a:pt x="593718" y="0"/>
                </a:lnTo>
                <a:lnTo>
                  <a:pt x="593718" y="98953"/>
                </a:lnTo>
                <a:lnTo>
                  <a:pt x="544242" y="98953"/>
                </a:lnTo>
                <a:lnTo>
                  <a:pt x="544242" y="197906"/>
                </a:lnTo>
                <a:lnTo>
                  <a:pt x="494765" y="197906"/>
                </a:lnTo>
                <a:lnTo>
                  <a:pt x="494765" y="2275921"/>
                </a:lnTo>
                <a:lnTo>
                  <a:pt x="544242" y="2275921"/>
                </a:lnTo>
                <a:lnTo>
                  <a:pt x="544242" y="2374874"/>
                </a:lnTo>
                <a:lnTo>
                  <a:pt x="593718" y="2374874"/>
                </a:lnTo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12907" y="2833220"/>
            <a:ext cx="593718" cy="2473827"/>
          </a:xfrm>
          <a:custGeom>
            <a:avLst/>
            <a:gdLst/>
            <a:ahLst/>
            <a:cxnLst/>
            <a:rect l="0" t="0" r="0" b="0"/>
            <a:pathLst>
              <a:path w="593718" h="2473827">
                <a:moveTo>
                  <a:pt x="98953" y="197906"/>
                </a:moveTo>
                <a:lnTo>
                  <a:pt x="494765" y="197906"/>
                </a:lnTo>
                <a:lnTo>
                  <a:pt x="494765" y="2275921"/>
                </a:lnTo>
                <a:lnTo>
                  <a:pt x="98953" y="2275921"/>
                </a:lnTo>
                <a:lnTo>
                  <a:pt x="98953" y="197906"/>
                </a:lnTo>
                <a:close/>
                <a:moveTo>
                  <a:pt x="49476" y="98953"/>
                </a:moveTo>
                <a:lnTo>
                  <a:pt x="544242" y="98953"/>
                </a:lnTo>
                <a:lnTo>
                  <a:pt x="593718" y="98953"/>
                </a:lnTo>
                <a:lnTo>
                  <a:pt x="593718" y="0"/>
                </a:lnTo>
                <a:lnTo>
                  <a:pt x="0" y="0"/>
                </a:lnTo>
                <a:lnTo>
                  <a:pt x="0" y="98953"/>
                </a:lnTo>
                <a:lnTo>
                  <a:pt x="49476" y="98953"/>
                </a:lnTo>
                <a:close/>
                <a:moveTo>
                  <a:pt x="544242" y="2374874"/>
                </a:moveTo>
                <a:lnTo>
                  <a:pt x="49476" y="2374874"/>
                </a:lnTo>
                <a:lnTo>
                  <a:pt x="0" y="2374874"/>
                </a:lnTo>
                <a:lnTo>
                  <a:pt x="0" y="2473827"/>
                </a:lnTo>
                <a:lnTo>
                  <a:pt x="593718" y="2473827"/>
                </a:lnTo>
                <a:lnTo>
                  <a:pt x="593718" y="2374874"/>
                </a:lnTo>
                <a:lnTo>
                  <a:pt x="544242" y="2374874"/>
                </a:lnTo>
                <a:close/>
                <a:moveTo>
                  <a:pt x="544242" y="2374874"/>
                </a:moveTo>
                <a:lnTo>
                  <a:pt x="544242" y="2275921"/>
                </a:lnTo>
                <a:lnTo>
                  <a:pt x="494765" y="2275921"/>
                </a:lnTo>
                <a:lnTo>
                  <a:pt x="98953" y="2275921"/>
                </a:lnTo>
                <a:lnTo>
                  <a:pt x="49476" y="2275921"/>
                </a:lnTo>
                <a:lnTo>
                  <a:pt x="49476" y="2374874"/>
                </a:lnTo>
                <a:lnTo>
                  <a:pt x="544242" y="2374874"/>
                </a:lnTo>
                <a:close/>
                <a:moveTo>
                  <a:pt x="544242" y="98953"/>
                </a:moveTo>
                <a:lnTo>
                  <a:pt x="49476" y="98953"/>
                </a:lnTo>
                <a:lnTo>
                  <a:pt x="49476" y="197906"/>
                </a:lnTo>
                <a:lnTo>
                  <a:pt x="98953" y="197906"/>
                </a:lnTo>
                <a:lnTo>
                  <a:pt x="494765" y="197906"/>
                </a:lnTo>
                <a:lnTo>
                  <a:pt x="544242" y="197906"/>
                </a:lnTo>
                <a:lnTo>
                  <a:pt x="544242" y="98953"/>
                </a:lnTo>
                <a:close/>
              </a:path>
            </a:pathLst>
          </a:custGeom>
          <a:noFill/>
          <a:ln w="1236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20236" y="2833220"/>
            <a:ext cx="593718" cy="2473827"/>
          </a:xfrm>
          <a:custGeom>
            <a:avLst/>
            <a:gdLst/>
            <a:ahLst/>
            <a:cxnLst/>
            <a:rect l="0" t="0" r="0" b="0"/>
            <a:pathLst>
              <a:path w="593718" h="2473827">
                <a:moveTo>
                  <a:pt x="593718" y="2374874"/>
                </a:moveTo>
                <a:lnTo>
                  <a:pt x="593718" y="2473827"/>
                </a:lnTo>
                <a:lnTo>
                  <a:pt x="0" y="2473827"/>
                </a:lnTo>
                <a:lnTo>
                  <a:pt x="0" y="2374874"/>
                </a:lnTo>
                <a:lnTo>
                  <a:pt x="49476" y="2374874"/>
                </a:lnTo>
                <a:lnTo>
                  <a:pt x="49476" y="2275921"/>
                </a:lnTo>
                <a:lnTo>
                  <a:pt x="98953" y="2275921"/>
                </a:lnTo>
                <a:lnTo>
                  <a:pt x="98953" y="197906"/>
                </a:lnTo>
                <a:lnTo>
                  <a:pt x="49476" y="197906"/>
                </a:lnTo>
                <a:lnTo>
                  <a:pt x="49476" y="98953"/>
                </a:lnTo>
                <a:lnTo>
                  <a:pt x="0" y="98953"/>
                </a:lnTo>
                <a:lnTo>
                  <a:pt x="0" y="0"/>
                </a:lnTo>
                <a:lnTo>
                  <a:pt x="593718" y="0"/>
                </a:lnTo>
                <a:lnTo>
                  <a:pt x="593718" y="98953"/>
                </a:lnTo>
                <a:lnTo>
                  <a:pt x="544242" y="98953"/>
                </a:lnTo>
                <a:lnTo>
                  <a:pt x="544242" y="197906"/>
                </a:lnTo>
                <a:lnTo>
                  <a:pt x="494765" y="197906"/>
                </a:lnTo>
                <a:lnTo>
                  <a:pt x="494765" y="2275921"/>
                </a:lnTo>
                <a:lnTo>
                  <a:pt x="544242" y="2275921"/>
                </a:lnTo>
                <a:lnTo>
                  <a:pt x="544242" y="2374874"/>
                </a:lnTo>
                <a:lnTo>
                  <a:pt x="593718" y="2374874"/>
                </a:ln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20236" y="2833220"/>
            <a:ext cx="593718" cy="2473827"/>
          </a:xfrm>
          <a:custGeom>
            <a:avLst/>
            <a:gdLst/>
            <a:ahLst/>
            <a:cxnLst/>
            <a:rect l="0" t="0" r="0" b="0"/>
            <a:pathLst>
              <a:path w="593718" h="2473827">
                <a:moveTo>
                  <a:pt x="98953" y="197906"/>
                </a:moveTo>
                <a:lnTo>
                  <a:pt x="494765" y="197906"/>
                </a:lnTo>
                <a:lnTo>
                  <a:pt x="494765" y="2275921"/>
                </a:lnTo>
                <a:lnTo>
                  <a:pt x="98953" y="2275921"/>
                </a:lnTo>
                <a:lnTo>
                  <a:pt x="98953" y="197906"/>
                </a:lnTo>
                <a:close/>
                <a:moveTo>
                  <a:pt x="49476" y="98953"/>
                </a:moveTo>
                <a:lnTo>
                  <a:pt x="544242" y="98953"/>
                </a:lnTo>
                <a:lnTo>
                  <a:pt x="593718" y="98953"/>
                </a:lnTo>
                <a:lnTo>
                  <a:pt x="593718" y="0"/>
                </a:lnTo>
                <a:lnTo>
                  <a:pt x="0" y="0"/>
                </a:lnTo>
                <a:lnTo>
                  <a:pt x="0" y="98953"/>
                </a:lnTo>
                <a:lnTo>
                  <a:pt x="49476" y="98953"/>
                </a:lnTo>
                <a:close/>
                <a:moveTo>
                  <a:pt x="544242" y="2374874"/>
                </a:moveTo>
                <a:lnTo>
                  <a:pt x="49476" y="2374874"/>
                </a:lnTo>
                <a:lnTo>
                  <a:pt x="0" y="2374874"/>
                </a:lnTo>
                <a:lnTo>
                  <a:pt x="0" y="2473827"/>
                </a:lnTo>
                <a:lnTo>
                  <a:pt x="593718" y="2473827"/>
                </a:lnTo>
                <a:lnTo>
                  <a:pt x="593718" y="2374874"/>
                </a:lnTo>
                <a:lnTo>
                  <a:pt x="544242" y="2374874"/>
                </a:lnTo>
                <a:close/>
                <a:moveTo>
                  <a:pt x="544242" y="2374874"/>
                </a:moveTo>
                <a:lnTo>
                  <a:pt x="544242" y="2275921"/>
                </a:lnTo>
                <a:lnTo>
                  <a:pt x="494765" y="2275921"/>
                </a:lnTo>
                <a:lnTo>
                  <a:pt x="98953" y="2275921"/>
                </a:lnTo>
                <a:lnTo>
                  <a:pt x="49476" y="2275921"/>
                </a:lnTo>
                <a:lnTo>
                  <a:pt x="49476" y="2374874"/>
                </a:lnTo>
                <a:lnTo>
                  <a:pt x="544242" y="2374874"/>
                </a:lnTo>
                <a:close/>
                <a:moveTo>
                  <a:pt x="544242" y="98953"/>
                </a:moveTo>
                <a:lnTo>
                  <a:pt x="49476" y="98953"/>
                </a:lnTo>
                <a:lnTo>
                  <a:pt x="49476" y="197906"/>
                </a:lnTo>
                <a:lnTo>
                  <a:pt x="98953" y="197906"/>
                </a:lnTo>
                <a:lnTo>
                  <a:pt x="494765" y="197906"/>
                </a:lnTo>
                <a:lnTo>
                  <a:pt x="544242" y="197906"/>
                </a:lnTo>
                <a:lnTo>
                  <a:pt x="544242" y="98953"/>
                </a:lnTo>
                <a:close/>
              </a:path>
            </a:pathLst>
          </a:custGeom>
          <a:noFill/>
          <a:ln w="1236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27564" y="2833220"/>
            <a:ext cx="593718" cy="2473827"/>
          </a:xfrm>
          <a:custGeom>
            <a:avLst/>
            <a:gdLst/>
            <a:ahLst/>
            <a:cxnLst/>
            <a:rect l="0" t="0" r="0" b="0"/>
            <a:pathLst>
              <a:path w="593718" h="2473827">
                <a:moveTo>
                  <a:pt x="593718" y="2374874"/>
                </a:moveTo>
                <a:lnTo>
                  <a:pt x="593718" y="2473827"/>
                </a:lnTo>
                <a:lnTo>
                  <a:pt x="0" y="2473827"/>
                </a:lnTo>
                <a:lnTo>
                  <a:pt x="0" y="2374874"/>
                </a:lnTo>
                <a:lnTo>
                  <a:pt x="49476" y="2374874"/>
                </a:lnTo>
                <a:lnTo>
                  <a:pt x="49476" y="2275921"/>
                </a:lnTo>
                <a:lnTo>
                  <a:pt x="98953" y="2275921"/>
                </a:lnTo>
                <a:lnTo>
                  <a:pt x="98953" y="197906"/>
                </a:lnTo>
                <a:lnTo>
                  <a:pt x="49476" y="197906"/>
                </a:lnTo>
                <a:lnTo>
                  <a:pt x="49476" y="98953"/>
                </a:lnTo>
                <a:lnTo>
                  <a:pt x="0" y="98953"/>
                </a:lnTo>
                <a:lnTo>
                  <a:pt x="0" y="0"/>
                </a:lnTo>
                <a:lnTo>
                  <a:pt x="593718" y="0"/>
                </a:lnTo>
                <a:lnTo>
                  <a:pt x="593718" y="98953"/>
                </a:lnTo>
                <a:lnTo>
                  <a:pt x="544242" y="98953"/>
                </a:lnTo>
                <a:lnTo>
                  <a:pt x="544242" y="197906"/>
                </a:lnTo>
                <a:lnTo>
                  <a:pt x="494765" y="197906"/>
                </a:lnTo>
                <a:lnTo>
                  <a:pt x="494765" y="2275921"/>
                </a:lnTo>
                <a:lnTo>
                  <a:pt x="544242" y="2275921"/>
                </a:lnTo>
                <a:lnTo>
                  <a:pt x="544242" y="2374874"/>
                </a:lnTo>
                <a:lnTo>
                  <a:pt x="593718" y="2374874"/>
                </a:lnTo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27564" y="2833220"/>
            <a:ext cx="593718" cy="2473827"/>
          </a:xfrm>
          <a:custGeom>
            <a:avLst/>
            <a:gdLst/>
            <a:ahLst/>
            <a:cxnLst/>
            <a:rect l="0" t="0" r="0" b="0"/>
            <a:pathLst>
              <a:path w="593718" h="2473827">
                <a:moveTo>
                  <a:pt x="98953" y="197906"/>
                </a:moveTo>
                <a:lnTo>
                  <a:pt x="494765" y="197906"/>
                </a:lnTo>
                <a:lnTo>
                  <a:pt x="494765" y="2275921"/>
                </a:lnTo>
                <a:lnTo>
                  <a:pt x="98953" y="2275921"/>
                </a:lnTo>
                <a:lnTo>
                  <a:pt x="98953" y="197906"/>
                </a:lnTo>
                <a:close/>
                <a:moveTo>
                  <a:pt x="49476" y="98953"/>
                </a:moveTo>
                <a:lnTo>
                  <a:pt x="544242" y="98953"/>
                </a:lnTo>
                <a:lnTo>
                  <a:pt x="593718" y="98953"/>
                </a:lnTo>
                <a:lnTo>
                  <a:pt x="593718" y="0"/>
                </a:lnTo>
                <a:lnTo>
                  <a:pt x="0" y="0"/>
                </a:lnTo>
                <a:lnTo>
                  <a:pt x="0" y="98953"/>
                </a:lnTo>
                <a:lnTo>
                  <a:pt x="49476" y="98953"/>
                </a:lnTo>
                <a:close/>
                <a:moveTo>
                  <a:pt x="544242" y="2374874"/>
                </a:moveTo>
                <a:lnTo>
                  <a:pt x="49476" y="2374874"/>
                </a:lnTo>
                <a:lnTo>
                  <a:pt x="0" y="2374874"/>
                </a:lnTo>
                <a:lnTo>
                  <a:pt x="0" y="2473827"/>
                </a:lnTo>
                <a:lnTo>
                  <a:pt x="593718" y="2473827"/>
                </a:lnTo>
                <a:lnTo>
                  <a:pt x="593718" y="2374874"/>
                </a:lnTo>
                <a:lnTo>
                  <a:pt x="544242" y="2374874"/>
                </a:lnTo>
                <a:close/>
                <a:moveTo>
                  <a:pt x="544242" y="2374874"/>
                </a:moveTo>
                <a:lnTo>
                  <a:pt x="544242" y="2275921"/>
                </a:lnTo>
                <a:lnTo>
                  <a:pt x="494765" y="2275921"/>
                </a:lnTo>
                <a:lnTo>
                  <a:pt x="98953" y="2275921"/>
                </a:lnTo>
                <a:lnTo>
                  <a:pt x="49476" y="2275921"/>
                </a:lnTo>
                <a:lnTo>
                  <a:pt x="49476" y="2374874"/>
                </a:lnTo>
                <a:lnTo>
                  <a:pt x="544242" y="2374874"/>
                </a:lnTo>
                <a:close/>
                <a:moveTo>
                  <a:pt x="544242" y="98953"/>
                </a:moveTo>
                <a:lnTo>
                  <a:pt x="49476" y="98953"/>
                </a:lnTo>
                <a:lnTo>
                  <a:pt x="49476" y="197906"/>
                </a:lnTo>
                <a:lnTo>
                  <a:pt x="98953" y="197906"/>
                </a:lnTo>
                <a:lnTo>
                  <a:pt x="494765" y="197906"/>
                </a:lnTo>
                <a:lnTo>
                  <a:pt x="544242" y="197906"/>
                </a:lnTo>
                <a:lnTo>
                  <a:pt x="544242" y="98953"/>
                </a:lnTo>
                <a:close/>
              </a:path>
            </a:pathLst>
          </a:custGeom>
          <a:noFill/>
          <a:ln w="1236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34892" y="2841466"/>
            <a:ext cx="593718" cy="2473827"/>
          </a:xfrm>
          <a:custGeom>
            <a:avLst/>
            <a:gdLst/>
            <a:ahLst/>
            <a:cxnLst/>
            <a:rect l="0" t="0" r="0" b="0"/>
            <a:pathLst>
              <a:path w="593718" h="2473827">
                <a:moveTo>
                  <a:pt x="593718" y="2374874"/>
                </a:moveTo>
                <a:lnTo>
                  <a:pt x="593718" y="2473827"/>
                </a:lnTo>
                <a:lnTo>
                  <a:pt x="0" y="2473827"/>
                </a:lnTo>
                <a:lnTo>
                  <a:pt x="0" y="2374874"/>
                </a:lnTo>
                <a:lnTo>
                  <a:pt x="49476" y="2374874"/>
                </a:lnTo>
                <a:lnTo>
                  <a:pt x="49476" y="2275921"/>
                </a:lnTo>
                <a:lnTo>
                  <a:pt x="98953" y="2275921"/>
                </a:lnTo>
                <a:lnTo>
                  <a:pt x="98953" y="197906"/>
                </a:lnTo>
                <a:lnTo>
                  <a:pt x="49476" y="197906"/>
                </a:lnTo>
                <a:lnTo>
                  <a:pt x="49476" y="98953"/>
                </a:lnTo>
                <a:lnTo>
                  <a:pt x="0" y="98953"/>
                </a:lnTo>
                <a:lnTo>
                  <a:pt x="0" y="0"/>
                </a:lnTo>
                <a:lnTo>
                  <a:pt x="593718" y="0"/>
                </a:lnTo>
                <a:lnTo>
                  <a:pt x="593718" y="98953"/>
                </a:lnTo>
                <a:lnTo>
                  <a:pt x="544242" y="98953"/>
                </a:lnTo>
                <a:lnTo>
                  <a:pt x="544242" y="197906"/>
                </a:lnTo>
                <a:lnTo>
                  <a:pt x="494765" y="197906"/>
                </a:lnTo>
                <a:lnTo>
                  <a:pt x="494765" y="2275921"/>
                </a:lnTo>
                <a:lnTo>
                  <a:pt x="544242" y="2275921"/>
                </a:lnTo>
                <a:lnTo>
                  <a:pt x="544242" y="2374874"/>
                </a:lnTo>
                <a:lnTo>
                  <a:pt x="593718" y="2374874"/>
                </a:ln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134892" y="2841466"/>
            <a:ext cx="593718" cy="2473827"/>
          </a:xfrm>
          <a:custGeom>
            <a:avLst/>
            <a:gdLst/>
            <a:ahLst/>
            <a:cxnLst/>
            <a:rect l="0" t="0" r="0" b="0"/>
            <a:pathLst>
              <a:path w="593718" h="2473827">
                <a:moveTo>
                  <a:pt x="98953" y="197906"/>
                </a:moveTo>
                <a:lnTo>
                  <a:pt x="494765" y="197906"/>
                </a:lnTo>
                <a:lnTo>
                  <a:pt x="494765" y="2275921"/>
                </a:lnTo>
                <a:lnTo>
                  <a:pt x="98953" y="2275921"/>
                </a:lnTo>
                <a:lnTo>
                  <a:pt x="98953" y="197906"/>
                </a:lnTo>
                <a:close/>
                <a:moveTo>
                  <a:pt x="49476" y="98953"/>
                </a:moveTo>
                <a:lnTo>
                  <a:pt x="544242" y="98953"/>
                </a:lnTo>
                <a:lnTo>
                  <a:pt x="593718" y="98953"/>
                </a:lnTo>
                <a:lnTo>
                  <a:pt x="593718" y="0"/>
                </a:lnTo>
                <a:lnTo>
                  <a:pt x="0" y="0"/>
                </a:lnTo>
                <a:lnTo>
                  <a:pt x="0" y="98953"/>
                </a:lnTo>
                <a:lnTo>
                  <a:pt x="49476" y="98953"/>
                </a:lnTo>
                <a:close/>
                <a:moveTo>
                  <a:pt x="544242" y="2374874"/>
                </a:moveTo>
                <a:lnTo>
                  <a:pt x="49476" y="2374874"/>
                </a:lnTo>
                <a:lnTo>
                  <a:pt x="0" y="2374874"/>
                </a:lnTo>
                <a:lnTo>
                  <a:pt x="0" y="2473827"/>
                </a:lnTo>
                <a:lnTo>
                  <a:pt x="593718" y="2473827"/>
                </a:lnTo>
                <a:lnTo>
                  <a:pt x="593718" y="2374874"/>
                </a:lnTo>
                <a:lnTo>
                  <a:pt x="544242" y="2374874"/>
                </a:lnTo>
                <a:close/>
                <a:moveTo>
                  <a:pt x="544242" y="2374874"/>
                </a:moveTo>
                <a:lnTo>
                  <a:pt x="544242" y="2275921"/>
                </a:lnTo>
                <a:lnTo>
                  <a:pt x="494765" y="2275921"/>
                </a:lnTo>
                <a:lnTo>
                  <a:pt x="98953" y="2275921"/>
                </a:lnTo>
                <a:lnTo>
                  <a:pt x="49476" y="2275921"/>
                </a:lnTo>
                <a:lnTo>
                  <a:pt x="49476" y="2374874"/>
                </a:lnTo>
                <a:lnTo>
                  <a:pt x="544242" y="2374874"/>
                </a:lnTo>
                <a:close/>
                <a:moveTo>
                  <a:pt x="544242" y="98953"/>
                </a:moveTo>
                <a:lnTo>
                  <a:pt x="49476" y="98953"/>
                </a:lnTo>
                <a:lnTo>
                  <a:pt x="49476" y="197906"/>
                </a:lnTo>
                <a:lnTo>
                  <a:pt x="98953" y="197906"/>
                </a:lnTo>
                <a:lnTo>
                  <a:pt x="494765" y="197906"/>
                </a:lnTo>
                <a:lnTo>
                  <a:pt x="544242" y="197906"/>
                </a:lnTo>
                <a:lnTo>
                  <a:pt x="544242" y="98953"/>
                </a:lnTo>
                <a:close/>
              </a:path>
            </a:pathLst>
          </a:custGeom>
          <a:noFill/>
          <a:ln w="1236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442220" y="2841466"/>
            <a:ext cx="593718" cy="2473827"/>
          </a:xfrm>
          <a:custGeom>
            <a:avLst/>
            <a:gdLst/>
            <a:ahLst/>
            <a:cxnLst/>
            <a:rect l="0" t="0" r="0" b="0"/>
            <a:pathLst>
              <a:path w="593718" h="2473827">
                <a:moveTo>
                  <a:pt x="593718" y="2374874"/>
                </a:moveTo>
                <a:lnTo>
                  <a:pt x="593718" y="2473827"/>
                </a:lnTo>
                <a:lnTo>
                  <a:pt x="0" y="2473827"/>
                </a:lnTo>
                <a:lnTo>
                  <a:pt x="0" y="2374874"/>
                </a:lnTo>
                <a:lnTo>
                  <a:pt x="49476" y="2374874"/>
                </a:lnTo>
                <a:lnTo>
                  <a:pt x="49476" y="2275921"/>
                </a:lnTo>
                <a:lnTo>
                  <a:pt x="98953" y="2275921"/>
                </a:lnTo>
                <a:lnTo>
                  <a:pt x="98953" y="197906"/>
                </a:lnTo>
                <a:lnTo>
                  <a:pt x="49476" y="197906"/>
                </a:lnTo>
                <a:lnTo>
                  <a:pt x="49476" y="98953"/>
                </a:lnTo>
                <a:lnTo>
                  <a:pt x="0" y="98953"/>
                </a:lnTo>
                <a:lnTo>
                  <a:pt x="0" y="0"/>
                </a:lnTo>
                <a:lnTo>
                  <a:pt x="593718" y="0"/>
                </a:lnTo>
                <a:lnTo>
                  <a:pt x="593718" y="98953"/>
                </a:lnTo>
                <a:lnTo>
                  <a:pt x="544242" y="98953"/>
                </a:lnTo>
                <a:lnTo>
                  <a:pt x="544242" y="197906"/>
                </a:lnTo>
                <a:lnTo>
                  <a:pt x="494765" y="197906"/>
                </a:lnTo>
                <a:lnTo>
                  <a:pt x="494765" y="2275921"/>
                </a:lnTo>
                <a:lnTo>
                  <a:pt x="544242" y="2275921"/>
                </a:lnTo>
                <a:lnTo>
                  <a:pt x="544242" y="2374874"/>
                </a:lnTo>
                <a:lnTo>
                  <a:pt x="593718" y="2374874"/>
                </a:ln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442220" y="2841466"/>
            <a:ext cx="593718" cy="2473827"/>
          </a:xfrm>
          <a:custGeom>
            <a:avLst/>
            <a:gdLst/>
            <a:ahLst/>
            <a:cxnLst/>
            <a:rect l="0" t="0" r="0" b="0"/>
            <a:pathLst>
              <a:path w="593718" h="2473827">
                <a:moveTo>
                  <a:pt x="98953" y="197906"/>
                </a:moveTo>
                <a:lnTo>
                  <a:pt x="494765" y="197906"/>
                </a:lnTo>
                <a:lnTo>
                  <a:pt x="494765" y="2275921"/>
                </a:lnTo>
                <a:lnTo>
                  <a:pt x="98953" y="2275921"/>
                </a:lnTo>
                <a:lnTo>
                  <a:pt x="98953" y="197906"/>
                </a:lnTo>
                <a:close/>
                <a:moveTo>
                  <a:pt x="49476" y="98953"/>
                </a:moveTo>
                <a:lnTo>
                  <a:pt x="544242" y="98953"/>
                </a:lnTo>
                <a:lnTo>
                  <a:pt x="593718" y="98953"/>
                </a:lnTo>
                <a:lnTo>
                  <a:pt x="593718" y="0"/>
                </a:lnTo>
                <a:lnTo>
                  <a:pt x="0" y="0"/>
                </a:lnTo>
                <a:lnTo>
                  <a:pt x="0" y="98953"/>
                </a:lnTo>
                <a:lnTo>
                  <a:pt x="49476" y="98953"/>
                </a:lnTo>
                <a:close/>
                <a:moveTo>
                  <a:pt x="544242" y="2374874"/>
                </a:moveTo>
                <a:lnTo>
                  <a:pt x="49476" y="2374874"/>
                </a:lnTo>
                <a:lnTo>
                  <a:pt x="0" y="2374874"/>
                </a:lnTo>
                <a:lnTo>
                  <a:pt x="0" y="2473827"/>
                </a:lnTo>
                <a:lnTo>
                  <a:pt x="593718" y="2473827"/>
                </a:lnTo>
                <a:lnTo>
                  <a:pt x="593718" y="2374874"/>
                </a:lnTo>
                <a:lnTo>
                  <a:pt x="544242" y="2374874"/>
                </a:lnTo>
                <a:close/>
                <a:moveTo>
                  <a:pt x="544242" y="2374874"/>
                </a:moveTo>
                <a:lnTo>
                  <a:pt x="544242" y="2275921"/>
                </a:lnTo>
                <a:lnTo>
                  <a:pt x="494765" y="2275921"/>
                </a:lnTo>
                <a:lnTo>
                  <a:pt x="98953" y="2275921"/>
                </a:lnTo>
                <a:lnTo>
                  <a:pt x="49476" y="2275921"/>
                </a:lnTo>
                <a:lnTo>
                  <a:pt x="49476" y="2374874"/>
                </a:lnTo>
                <a:lnTo>
                  <a:pt x="544242" y="2374874"/>
                </a:lnTo>
                <a:close/>
                <a:moveTo>
                  <a:pt x="544242" y="98953"/>
                </a:moveTo>
                <a:lnTo>
                  <a:pt x="49476" y="98953"/>
                </a:lnTo>
                <a:lnTo>
                  <a:pt x="49476" y="197906"/>
                </a:lnTo>
                <a:lnTo>
                  <a:pt x="98953" y="197906"/>
                </a:lnTo>
                <a:lnTo>
                  <a:pt x="494765" y="197906"/>
                </a:lnTo>
                <a:lnTo>
                  <a:pt x="544242" y="197906"/>
                </a:lnTo>
                <a:lnTo>
                  <a:pt x="544242" y="98953"/>
                </a:lnTo>
                <a:close/>
              </a:path>
            </a:pathLst>
          </a:custGeom>
          <a:noFill/>
          <a:ln w="1236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03356" y="2255993"/>
            <a:ext cx="2231380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484848"/>
                </a:solidFill>
                <a:latin typeface="Roboto"/>
              </a:rPr>
              <a:t>Highly intelligent and charismatic
leaders guiding the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3356" y="1963257"/>
            <a:ext cx="2034211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DE8431"/>
                </a:solidFill>
                <a:latin typeface="Arial Black" panose="020B0A04020102020204" pitchFamily="34" charset="0"/>
              </a:rPr>
              <a:t>Leadership Section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5485" y="422689"/>
            <a:ext cx="3581301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rgbClr val="484848"/>
                </a:solidFill>
                <a:latin typeface="Arial Black" panose="020B0A04020102020204" pitchFamily="34" charset="0"/>
              </a:rPr>
              <a:t>Terrorist Group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3356" y="2754882"/>
            <a:ext cx="3011978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7030A0"/>
                </a:solidFill>
                <a:latin typeface="Arial Black" panose="020B0A04020102020204" pitchFamily="34" charset="0"/>
              </a:rPr>
              <a:t>Intelligence Support Section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3356" y="3039344"/>
            <a:ext cx="2446182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484848"/>
                </a:solidFill>
                <a:latin typeface="Roboto"/>
              </a:rPr>
              <a:t>Gathering information using modern
surveillance and informants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3356" y="3546507"/>
            <a:ext cx="242829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3CC583"/>
                </a:solidFill>
                <a:latin typeface="Arial Black" panose="020B0A04020102020204" pitchFamily="34" charset="0"/>
              </a:rPr>
              <a:t>Active Support Section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3356" y="3839243"/>
            <a:ext cx="189955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484848"/>
                </a:solidFill>
                <a:latin typeface="Roboto"/>
              </a:rPr>
              <a:t>Diverse individuals actively
participating in various roles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3356" y="4338132"/>
            <a:ext cx="2617511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4E88E7"/>
                </a:solidFill>
                <a:latin typeface="Arial Black" panose="020B0A04020102020204" pitchFamily="34" charset="0"/>
              </a:rPr>
              <a:t>Tactical Support Section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3356" y="4630868"/>
            <a:ext cx="2350002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484848"/>
                </a:solidFill>
                <a:latin typeface="Roboto"/>
              </a:rPr>
              <a:t>Specialists planning and executing
tactical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3356" y="5129757"/>
            <a:ext cx="256448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7F64EA"/>
                </a:solidFill>
                <a:latin typeface="Arial Black" panose="020B0A04020102020204" pitchFamily="34" charset="0"/>
              </a:rPr>
              <a:t>Passive Support Section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3356" y="5422493"/>
            <a:ext cx="2470228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484848"/>
                </a:solidFill>
                <a:latin typeface="Roboto"/>
              </a:rPr>
              <a:t>Individuals providing support without
direct operational involvement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00345" y="1963257"/>
            <a:ext cx="379320" cy="362828"/>
          </a:xfrm>
          <a:custGeom>
            <a:avLst/>
            <a:gdLst/>
            <a:ahLst/>
            <a:cxnLst/>
            <a:rect l="0" t="0" r="0" b="0"/>
            <a:pathLst>
              <a:path w="379320" h="362828">
                <a:moveTo>
                  <a:pt x="247382" y="313351"/>
                </a:moveTo>
                <a:lnTo>
                  <a:pt x="206152" y="313351"/>
                </a:lnTo>
                <a:cubicBezTo>
                  <a:pt x="201598" y="313351"/>
                  <a:pt x="197906" y="309659"/>
                  <a:pt x="197906" y="305105"/>
                </a:cubicBezTo>
                <a:lnTo>
                  <a:pt x="197906" y="57722"/>
                </a:lnTo>
                <a:cubicBezTo>
                  <a:pt x="197906" y="53168"/>
                  <a:pt x="201598" y="49476"/>
                  <a:pt x="206152" y="49476"/>
                </a:cubicBezTo>
                <a:lnTo>
                  <a:pt x="247382" y="49476"/>
                </a:lnTo>
                <a:moveTo>
                  <a:pt x="148429" y="181414"/>
                </a:moveTo>
                <a:lnTo>
                  <a:pt x="197906" y="181414"/>
                </a:lnTo>
                <a:moveTo>
                  <a:pt x="292736" y="28861"/>
                </a:moveTo>
                <a:cubicBezTo>
                  <a:pt x="292736" y="44800"/>
                  <a:pt x="305657" y="57722"/>
                  <a:pt x="321597" y="57722"/>
                </a:cubicBezTo>
                <a:cubicBezTo>
                  <a:pt x="337537" y="57722"/>
                  <a:pt x="350458" y="44800"/>
                  <a:pt x="350458" y="28861"/>
                </a:cubicBezTo>
                <a:cubicBezTo>
                  <a:pt x="350458" y="12921"/>
                  <a:pt x="337537" y="0"/>
                  <a:pt x="321597" y="0"/>
                </a:cubicBezTo>
                <a:cubicBezTo>
                  <a:pt x="305657" y="0"/>
                  <a:pt x="292736" y="12921"/>
                  <a:pt x="292736" y="28861"/>
                </a:cubicBezTo>
                <a:close/>
                <a:moveTo>
                  <a:pt x="379320" y="115445"/>
                </a:moveTo>
                <a:cubicBezTo>
                  <a:pt x="372591" y="89059"/>
                  <a:pt x="348827" y="70594"/>
                  <a:pt x="321597" y="70594"/>
                </a:cubicBezTo>
                <a:cubicBezTo>
                  <a:pt x="294367" y="70594"/>
                  <a:pt x="270603" y="89059"/>
                  <a:pt x="263874" y="115445"/>
                </a:cubicBezTo>
                <a:close/>
                <a:moveTo>
                  <a:pt x="292736" y="276244"/>
                </a:moveTo>
                <a:cubicBezTo>
                  <a:pt x="292736" y="292183"/>
                  <a:pt x="305657" y="305105"/>
                  <a:pt x="321597" y="305105"/>
                </a:cubicBezTo>
                <a:cubicBezTo>
                  <a:pt x="337537" y="305105"/>
                  <a:pt x="350458" y="292183"/>
                  <a:pt x="350458" y="276244"/>
                </a:cubicBezTo>
                <a:cubicBezTo>
                  <a:pt x="350458" y="260304"/>
                  <a:pt x="337537" y="247382"/>
                  <a:pt x="321597" y="247382"/>
                </a:cubicBezTo>
                <a:cubicBezTo>
                  <a:pt x="305657" y="247382"/>
                  <a:pt x="292736" y="260304"/>
                  <a:pt x="292736" y="276244"/>
                </a:cubicBezTo>
                <a:close/>
                <a:moveTo>
                  <a:pt x="379320" y="362828"/>
                </a:moveTo>
                <a:cubicBezTo>
                  <a:pt x="372591" y="336442"/>
                  <a:pt x="348827" y="317977"/>
                  <a:pt x="321597" y="317977"/>
                </a:cubicBezTo>
                <a:cubicBezTo>
                  <a:pt x="294367" y="317977"/>
                  <a:pt x="270603" y="336442"/>
                  <a:pt x="263874" y="362828"/>
                </a:cubicBezTo>
                <a:close/>
                <a:moveTo>
                  <a:pt x="28877" y="129034"/>
                </a:moveTo>
                <a:lnTo>
                  <a:pt x="28877" y="139985"/>
                </a:lnTo>
                <a:cubicBezTo>
                  <a:pt x="29301" y="152645"/>
                  <a:pt x="26017" y="165153"/>
                  <a:pt x="19427" y="175971"/>
                </a:cubicBezTo>
                <a:moveTo>
                  <a:pt x="119551" y="129034"/>
                </a:moveTo>
                <a:lnTo>
                  <a:pt x="119551" y="139985"/>
                </a:lnTo>
                <a:cubicBezTo>
                  <a:pt x="119127" y="152645"/>
                  <a:pt x="122412" y="165153"/>
                  <a:pt x="129001" y="175971"/>
                </a:cubicBezTo>
                <a:moveTo>
                  <a:pt x="0" y="263874"/>
                </a:moveTo>
                <a:cubicBezTo>
                  <a:pt x="0" y="222887"/>
                  <a:pt x="33227" y="189660"/>
                  <a:pt x="74214" y="189660"/>
                </a:cubicBezTo>
                <a:cubicBezTo>
                  <a:pt x="115202" y="189660"/>
                  <a:pt x="148429" y="222887"/>
                  <a:pt x="148429" y="263874"/>
                </a:cubicBezTo>
                <a:close/>
                <a:moveTo>
                  <a:pt x="119419" y="131442"/>
                </a:moveTo>
                <a:cubicBezTo>
                  <a:pt x="102038" y="131295"/>
                  <a:pt x="85564" y="123662"/>
                  <a:pt x="74214" y="110497"/>
                </a:cubicBezTo>
                <a:cubicBezTo>
                  <a:pt x="62865" y="123662"/>
                  <a:pt x="46390" y="131295"/>
                  <a:pt x="29009" y="131442"/>
                </a:cubicBezTo>
                <a:moveTo>
                  <a:pt x="28861" y="127814"/>
                </a:moveTo>
                <a:cubicBezTo>
                  <a:pt x="28861" y="152862"/>
                  <a:pt x="49166" y="173167"/>
                  <a:pt x="74214" y="173167"/>
                </a:cubicBezTo>
                <a:cubicBezTo>
                  <a:pt x="99262" y="173167"/>
                  <a:pt x="119568" y="152862"/>
                  <a:pt x="119568" y="127814"/>
                </a:cubicBezTo>
                <a:cubicBezTo>
                  <a:pt x="119568" y="102766"/>
                  <a:pt x="99262" y="82460"/>
                  <a:pt x="74214" y="82460"/>
                </a:cubicBezTo>
                <a:cubicBezTo>
                  <a:pt x="49166" y="82460"/>
                  <a:pt x="28861" y="102766"/>
                  <a:pt x="28861" y="127814"/>
                </a:cubicBezTo>
                <a:close/>
              </a:path>
            </a:pathLst>
          </a:custGeom>
          <a:noFill/>
          <a:ln w="1236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392098" y="2738390"/>
            <a:ext cx="379385" cy="387566"/>
          </a:xfrm>
          <a:custGeom>
            <a:avLst/>
            <a:gdLst/>
            <a:ahLst/>
            <a:cxnLst/>
            <a:rect l="0" t="0" r="0" b="0"/>
            <a:pathLst>
              <a:path w="379385" h="387566">
                <a:moveTo>
                  <a:pt x="379320" y="387566"/>
                </a:moveTo>
                <a:lnTo>
                  <a:pt x="379320" y="369325"/>
                </a:lnTo>
                <a:cubicBezTo>
                  <a:pt x="379385" y="359134"/>
                  <a:pt x="374688" y="349496"/>
                  <a:pt x="366621" y="343268"/>
                </a:cubicBezTo>
                <a:cubicBezTo>
                  <a:pt x="344686" y="326545"/>
                  <a:pt x="292406" y="296859"/>
                  <a:pt x="197906" y="296859"/>
                </a:cubicBezTo>
                <a:cubicBezTo>
                  <a:pt x="103406" y="296859"/>
                  <a:pt x="51208" y="326545"/>
                  <a:pt x="29191" y="343268"/>
                </a:cubicBezTo>
                <a:cubicBezTo>
                  <a:pt x="21123" y="349496"/>
                  <a:pt x="16426" y="359134"/>
                  <a:pt x="16492" y="369325"/>
                </a:cubicBezTo>
                <a:lnTo>
                  <a:pt x="16492" y="387566"/>
                </a:lnTo>
                <a:moveTo>
                  <a:pt x="111470" y="306457"/>
                </a:moveTo>
                <a:lnTo>
                  <a:pt x="142179" y="387566"/>
                </a:lnTo>
                <a:moveTo>
                  <a:pt x="0" y="0"/>
                </a:moveTo>
                <a:moveTo>
                  <a:pt x="65968" y="123691"/>
                </a:moveTo>
                <a:lnTo>
                  <a:pt x="329843" y="123691"/>
                </a:lnTo>
                <a:moveTo>
                  <a:pt x="222644" y="193783"/>
                </a:moveTo>
                <a:cubicBezTo>
                  <a:pt x="213171" y="193767"/>
                  <a:pt x="204153" y="197843"/>
                  <a:pt x="197906" y="204964"/>
                </a:cubicBezTo>
                <a:cubicBezTo>
                  <a:pt x="191659" y="197843"/>
                  <a:pt x="182640" y="193767"/>
                  <a:pt x="173167" y="193783"/>
                </a:cubicBezTo>
                <a:cubicBezTo>
                  <a:pt x="132531" y="193783"/>
                  <a:pt x="147967" y="241824"/>
                  <a:pt x="77414" y="235343"/>
                </a:cubicBezTo>
                <a:cubicBezTo>
                  <a:pt x="76712" y="235244"/>
                  <a:pt x="76010" y="235515"/>
                  <a:pt x="75556" y="236059"/>
                </a:cubicBezTo>
                <a:cubicBezTo>
                  <a:pt x="75103" y="236603"/>
                  <a:pt x="74963" y="237343"/>
                  <a:pt x="75187" y="238015"/>
                </a:cubicBezTo>
                <a:cubicBezTo>
                  <a:pt x="78981" y="247531"/>
                  <a:pt x="96099" y="276244"/>
                  <a:pt x="164921" y="276244"/>
                </a:cubicBezTo>
                <a:cubicBezTo>
                  <a:pt x="178675" y="275920"/>
                  <a:pt x="191227" y="268332"/>
                  <a:pt x="197906" y="256305"/>
                </a:cubicBezTo>
                <a:cubicBezTo>
                  <a:pt x="204585" y="268332"/>
                  <a:pt x="217137" y="275920"/>
                  <a:pt x="230890" y="276244"/>
                </a:cubicBezTo>
                <a:cubicBezTo>
                  <a:pt x="299712" y="276244"/>
                  <a:pt x="316831" y="247531"/>
                  <a:pt x="320624" y="238015"/>
                </a:cubicBezTo>
                <a:cubicBezTo>
                  <a:pt x="320848" y="237343"/>
                  <a:pt x="320708" y="236603"/>
                  <a:pt x="320255" y="236059"/>
                </a:cubicBezTo>
                <a:cubicBezTo>
                  <a:pt x="319802" y="235515"/>
                  <a:pt x="319099" y="235244"/>
                  <a:pt x="318398" y="235343"/>
                </a:cubicBezTo>
                <a:cubicBezTo>
                  <a:pt x="247844" y="241824"/>
                  <a:pt x="263281" y="193783"/>
                  <a:pt x="222644" y="193783"/>
                </a:cubicBezTo>
                <a:close/>
                <a:moveTo>
                  <a:pt x="268822" y="225745"/>
                </a:moveTo>
                <a:cubicBezTo>
                  <a:pt x="286839" y="207273"/>
                  <a:pt x="296904" y="182479"/>
                  <a:pt x="296859" y="156675"/>
                </a:cubicBezTo>
                <a:lnTo>
                  <a:pt x="296859" y="123691"/>
                </a:lnTo>
                <a:cubicBezTo>
                  <a:pt x="296859" y="90707"/>
                  <a:pt x="280779" y="29471"/>
                  <a:pt x="256024" y="11544"/>
                </a:cubicBezTo>
                <a:cubicBezTo>
                  <a:pt x="252270" y="8819"/>
                  <a:pt x="247564" y="7752"/>
                  <a:pt x="243002" y="8590"/>
                </a:cubicBezTo>
                <a:cubicBezTo>
                  <a:pt x="238439" y="9428"/>
                  <a:pt x="234420" y="12099"/>
                  <a:pt x="231880" y="15980"/>
                </a:cubicBezTo>
                <a:cubicBezTo>
                  <a:pt x="224189" y="27170"/>
                  <a:pt x="211483" y="33856"/>
                  <a:pt x="197906" y="33858"/>
                </a:cubicBezTo>
                <a:cubicBezTo>
                  <a:pt x="184328" y="33856"/>
                  <a:pt x="171622" y="27170"/>
                  <a:pt x="163932" y="15980"/>
                </a:cubicBezTo>
                <a:cubicBezTo>
                  <a:pt x="161392" y="12099"/>
                  <a:pt x="157372" y="9428"/>
                  <a:pt x="152810" y="8590"/>
                </a:cubicBezTo>
                <a:cubicBezTo>
                  <a:pt x="148248" y="7752"/>
                  <a:pt x="143541" y="8819"/>
                  <a:pt x="139787" y="11544"/>
                </a:cubicBezTo>
                <a:cubicBezTo>
                  <a:pt x="115032" y="29471"/>
                  <a:pt x="98953" y="90707"/>
                  <a:pt x="98953" y="123691"/>
                </a:cubicBezTo>
                <a:lnTo>
                  <a:pt x="98953" y="156675"/>
                </a:lnTo>
                <a:cubicBezTo>
                  <a:pt x="98908" y="182479"/>
                  <a:pt x="108972" y="207273"/>
                  <a:pt x="126989" y="225745"/>
                </a:cubicBezTo>
                <a:moveTo>
                  <a:pt x="0" y="0"/>
                </a:moveTo>
                <a:moveTo>
                  <a:pt x="103455" y="90707"/>
                </a:moveTo>
                <a:lnTo>
                  <a:pt x="292307" y="90707"/>
                </a:lnTo>
                <a:moveTo>
                  <a:pt x="197906" y="131937"/>
                </a:moveTo>
                <a:lnTo>
                  <a:pt x="197906" y="123691"/>
                </a:lnTo>
                <a:lnTo>
                  <a:pt x="115445" y="123691"/>
                </a:lnTo>
                <a:lnTo>
                  <a:pt x="115445" y="131937"/>
                </a:lnTo>
                <a:cubicBezTo>
                  <a:pt x="115445" y="196933"/>
                  <a:pt x="197906" y="174817"/>
                  <a:pt x="197906" y="131937"/>
                </a:cubicBezTo>
                <a:close/>
                <a:moveTo>
                  <a:pt x="197906" y="131937"/>
                </a:moveTo>
                <a:cubicBezTo>
                  <a:pt x="197906" y="174817"/>
                  <a:pt x="280367" y="196933"/>
                  <a:pt x="280367" y="131937"/>
                </a:cubicBezTo>
                <a:lnTo>
                  <a:pt x="280367" y="123691"/>
                </a:lnTo>
                <a:lnTo>
                  <a:pt x="197906" y="123691"/>
                </a:lnTo>
                <a:close/>
                <a:moveTo>
                  <a:pt x="78337" y="387566"/>
                </a:moveTo>
                <a:lnTo>
                  <a:pt x="57722" y="371074"/>
                </a:lnTo>
                <a:lnTo>
                  <a:pt x="84192" y="314522"/>
                </a:lnTo>
                <a:moveTo>
                  <a:pt x="0" y="0"/>
                </a:moveTo>
                <a:moveTo>
                  <a:pt x="311619" y="314522"/>
                </a:moveTo>
                <a:lnTo>
                  <a:pt x="338089" y="371074"/>
                </a:lnTo>
                <a:lnTo>
                  <a:pt x="317474" y="387566"/>
                </a:lnTo>
                <a:moveTo>
                  <a:pt x="0" y="0"/>
                </a:moveTo>
                <a:moveTo>
                  <a:pt x="176977" y="387566"/>
                </a:moveTo>
                <a:lnTo>
                  <a:pt x="189973" y="329843"/>
                </a:lnTo>
                <a:cubicBezTo>
                  <a:pt x="190980" y="326296"/>
                  <a:pt x="194219" y="323849"/>
                  <a:pt x="197906" y="323849"/>
                </a:cubicBezTo>
                <a:cubicBezTo>
                  <a:pt x="201593" y="323849"/>
                  <a:pt x="204832" y="326296"/>
                  <a:pt x="205838" y="329843"/>
                </a:cubicBezTo>
                <a:lnTo>
                  <a:pt x="218834" y="387566"/>
                </a:lnTo>
                <a:moveTo>
                  <a:pt x="253633" y="387566"/>
                </a:moveTo>
                <a:lnTo>
                  <a:pt x="284341" y="306457"/>
                </a:lnTo>
              </a:path>
            </a:pathLst>
          </a:custGeom>
          <a:noFill/>
          <a:ln w="1236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00345" y="3538261"/>
            <a:ext cx="379320" cy="379320"/>
          </a:xfrm>
          <a:custGeom>
            <a:avLst/>
            <a:gdLst/>
            <a:ahLst/>
            <a:cxnLst/>
            <a:rect l="0" t="0" r="0" b="0"/>
            <a:pathLst>
              <a:path w="379320" h="379320">
                <a:moveTo>
                  <a:pt x="181414" y="0"/>
                </a:moveTo>
                <a:cubicBezTo>
                  <a:pt x="190522" y="0"/>
                  <a:pt x="197906" y="7383"/>
                  <a:pt x="197906" y="16492"/>
                </a:cubicBezTo>
                <a:lnTo>
                  <a:pt x="197906" y="115445"/>
                </a:lnTo>
                <a:cubicBezTo>
                  <a:pt x="197906" y="124553"/>
                  <a:pt x="190522" y="131937"/>
                  <a:pt x="181414" y="131937"/>
                </a:cubicBezTo>
                <a:lnTo>
                  <a:pt x="148429" y="131937"/>
                </a:lnTo>
                <a:lnTo>
                  <a:pt x="148429" y="173167"/>
                </a:lnTo>
                <a:lnTo>
                  <a:pt x="107199" y="131937"/>
                </a:lnTo>
                <a:lnTo>
                  <a:pt x="16492" y="131937"/>
                </a:lnTo>
                <a:cubicBezTo>
                  <a:pt x="7383" y="131937"/>
                  <a:pt x="0" y="124553"/>
                  <a:pt x="0" y="115445"/>
                </a:cubicBezTo>
                <a:lnTo>
                  <a:pt x="0" y="16492"/>
                </a:lnTo>
                <a:cubicBezTo>
                  <a:pt x="0" y="7383"/>
                  <a:pt x="7383" y="0"/>
                  <a:pt x="16492" y="0"/>
                </a:cubicBezTo>
                <a:close/>
                <a:moveTo>
                  <a:pt x="376516" y="164921"/>
                </a:moveTo>
                <a:cubicBezTo>
                  <a:pt x="361785" y="139410"/>
                  <a:pt x="334564" y="123695"/>
                  <a:pt x="305105" y="123695"/>
                </a:cubicBezTo>
                <a:cubicBezTo>
                  <a:pt x="275646" y="123695"/>
                  <a:pt x="248425" y="139410"/>
                  <a:pt x="233694" y="164921"/>
                </a:cubicBezTo>
                <a:moveTo>
                  <a:pt x="354581" y="42714"/>
                </a:moveTo>
                <a:cubicBezTo>
                  <a:pt x="344169" y="47213"/>
                  <a:pt x="332940" y="49515"/>
                  <a:pt x="321597" y="49476"/>
                </a:cubicBezTo>
                <a:cubicBezTo>
                  <a:pt x="299331" y="49562"/>
                  <a:pt x="277976" y="40639"/>
                  <a:pt x="262390" y="24738"/>
                </a:cubicBezTo>
                <a:moveTo>
                  <a:pt x="255628" y="49476"/>
                </a:moveTo>
                <a:cubicBezTo>
                  <a:pt x="255628" y="76801"/>
                  <a:pt x="277780" y="98953"/>
                  <a:pt x="305105" y="98953"/>
                </a:cubicBezTo>
                <a:cubicBezTo>
                  <a:pt x="332430" y="98953"/>
                  <a:pt x="354581" y="76801"/>
                  <a:pt x="354581" y="49476"/>
                </a:cubicBezTo>
                <a:cubicBezTo>
                  <a:pt x="354581" y="22151"/>
                  <a:pt x="332430" y="0"/>
                  <a:pt x="305105" y="0"/>
                </a:cubicBezTo>
                <a:cubicBezTo>
                  <a:pt x="277780" y="0"/>
                  <a:pt x="255628" y="22151"/>
                  <a:pt x="255628" y="49476"/>
                </a:cubicBezTo>
                <a:moveTo>
                  <a:pt x="145625" y="379320"/>
                </a:moveTo>
                <a:cubicBezTo>
                  <a:pt x="130895" y="353808"/>
                  <a:pt x="103673" y="338093"/>
                  <a:pt x="74214" y="338093"/>
                </a:cubicBezTo>
                <a:cubicBezTo>
                  <a:pt x="44755" y="338093"/>
                  <a:pt x="17534" y="353808"/>
                  <a:pt x="2803" y="379320"/>
                </a:cubicBezTo>
                <a:moveTo>
                  <a:pt x="123691" y="257113"/>
                </a:moveTo>
                <a:cubicBezTo>
                  <a:pt x="92217" y="270918"/>
                  <a:pt x="55481" y="263755"/>
                  <a:pt x="31500" y="239136"/>
                </a:cubicBezTo>
                <a:moveTo>
                  <a:pt x="24738" y="263874"/>
                </a:moveTo>
                <a:cubicBezTo>
                  <a:pt x="24738" y="291200"/>
                  <a:pt x="46889" y="313351"/>
                  <a:pt x="74214" y="313351"/>
                </a:cubicBezTo>
                <a:cubicBezTo>
                  <a:pt x="101539" y="313351"/>
                  <a:pt x="123691" y="291200"/>
                  <a:pt x="123691" y="263874"/>
                </a:cubicBezTo>
                <a:cubicBezTo>
                  <a:pt x="123691" y="236549"/>
                  <a:pt x="101539" y="214398"/>
                  <a:pt x="74214" y="214398"/>
                </a:cubicBezTo>
                <a:cubicBezTo>
                  <a:pt x="46889" y="214398"/>
                  <a:pt x="24738" y="236549"/>
                  <a:pt x="24738" y="263874"/>
                </a:cubicBezTo>
                <a:moveTo>
                  <a:pt x="49476" y="65968"/>
                </a:moveTo>
                <a:lnTo>
                  <a:pt x="156675" y="65968"/>
                </a:lnTo>
                <a:moveTo>
                  <a:pt x="82460" y="41230"/>
                </a:moveTo>
                <a:lnTo>
                  <a:pt x="49476" y="65968"/>
                </a:lnTo>
                <a:lnTo>
                  <a:pt x="82460" y="90707"/>
                </a:lnTo>
                <a:moveTo>
                  <a:pt x="197906" y="197906"/>
                </a:moveTo>
                <a:cubicBezTo>
                  <a:pt x="188797" y="197906"/>
                  <a:pt x="181414" y="205290"/>
                  <a:pt x="181414" y="214398"/>
                </a:cubicBezTo>
                <a:lnTo>
                  <a:pt x="181414" y="313351"/>
                </a:lnTo>
                <a:cubicBezTo>
                  <a:pt x="181414" y="322459"/>
                  <a:pt x="188797" y="329843"/>
                  <a:pt x="197906" y="329843"/>
                </a:cubicBezTo>
                <a:lnTo>
                  <a:pt x="230890" y="329843"/>
                </a:lnTo>
                <a:lnTo>
                  <a:pt x="230890" y="371074"/>
                </a:lnTo>
                <a:lnTo>
                  <a:pt x="272121" y="329843"/>
                </a:lnTo>
                <a:lnTo>
                  <a:pt x="362828" y="329843"/>
                </a:lnTo>
                <a:cubicBezTo>
                  <a:pt x="371936" y="329843"/>
                  <a:pt x="379320" y="322459"/>
                  <a:pt x="379320" y="313351"/>
                </a:cubicBezTo>
                <a:lnTo>
                  <a:pt x="379320" y="214398"/>
                </a:lnTo>
                <a:cubicBezTo>
                  <a:pt x="379320" y="205290"/>
                  <a:pt x="371936" y="197906"/>
                  <a:pt x="362828" y="197906"/>
                </a:cubicBezTo>
                <a:close/>
                <a:moveTo>
                  <a:pt x="329843" y="263874"/>
                </a:moveTo>
                <a:lnTo>
                  <a:pt x="222644" y="263874"/>
                </a:lnTo>
                <a:moveTo>
                  <a:pt x="296859" y="239136"/>
                </a:moveTo>
                <a:lnTo>
                  <a:pt x="329843" y="263874"/>
                </a:lnTo>
                <a:lnTo>
                  <a:pt x="296859" y="288613"/>
                </a:lnTo>
              </a:path>
            </a:pathLst>
          </a:custGeom>
          <a:noFill/>
          <a:ln w="1236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408591" y="4338132"/>
            <a:ext cx="362828" cy="362828"/>
          </a:xfrm>
          <a:custGeom>
            <a:avLst/>
            <a:gdLst/>
            <a:ahLst/>
            <a:cxnLst/>
            <a:rect l="0" t="0" r="0" b="0"/>
            <a:pathLst>
              <a:path w="362828" h="362828">
                <a:moveTo>
                  <a:pt x="0" y="313351"/>
                </a:moveTo>
                <a:cubicBezTo>
                  <a:pt x="0" y="340676"/>
                  <a:pt x="22151" y="362828"/>
                  <a:pt x="49476" y="362828"/>
                </a:cubicBezTo>
                <a:cubicBezTo>
                  <a:pt x="76801" y="362828"/>
                  <a:pt x="98953" y="340676"/>
                  <a:pt x="98953" y="313351"/>
                </a:cubicBezTo>
                <a:cubicBezTo>
                  <a:pt x="98953" y="286026"/>
                  <a:pt x="76801" y="263874"/>
                  <a:pt x="49476" y="263874"/>
                </a:cubicBezTo>
                <a:cubicBezTo>
                  <a:pt x="22151" y="263874"/>
                  <a:pt x="0" y="286026"/>
                  <a:pt x="0" y="313351"/>
                </a:cubicBezTo>
                <a:moveTo>
                  <a:pt x="131937" y="263874"/>
                </a:moveTo>
                <a:lnTo>
                  <a:pt x="230890" y="263874"/>
                </a:lnTo>
                <a:lnTo>
                  <a:pt x="230890" y="362828"/>
                </a:lnTo>
                <a:lnTo>
                  <a:pt x="131937" y="362828"/>
                </a:lnTo>
                <a:close/>
                <a:moveTo>
                  <a:pt x="313351" y="263874"/>
                </a:moveTo>
                <a:lnTo>
                  <a:pt x="263874" y="362828"/>
                </a:lnTo>
                <a:lnTo>
                  <a:pt x="362828" y="362828"/>
                </a:lnTo>
                <a:lnTo>
                  <a:pt x="313351" y="263874"/>
                </a:lnTo>
                <a:close/>
                <a:moveTo>
                  <a:pt x="206152" y="181414"/>
                </a:moveTo>
                <a:lnTo>
                  <a:pt x="156675" y="181414"/>
                </a:lnTo>
                <a:moveTo>
                  <a:pt x="230890" y="90707"/>
                </a:moveTo>
                <a:cubicBezTo>
                  <a:pt x="230115" y="63709"/>
                  <a:pt x="208411" y="42005"/>
                  <a:pt x="181414" y="41230"/>
                </a:cubicBezTo>
                <a:cubicBezTo>
                  <a:pt x="154416" y="42005"/>
                  <a:pt x="132712" y="63709"/>
                  <a:pt x="131937" y="90707"/>
                </a:cubicBezTo>
                <a:cubicBezTo>
                  <a:pt x="132308" y="107859"/>
                  <a:pt x="141716" y="123538"/>
                  <a:pt x="156675" y="131937"/>
                </a:cubicBezTo>
                <a:lnTo>
                  <a:pt x="156675" y="148429"/>
                </a:lnTo>
                <a:lnTo>
                  <a:pt x="206152" y="148429"/>
                </a:lnTo>
                <a:lnTo>
                  <a:pt x="206152" y="131937"/>
                </a:lnTo>
                <a:cubicBezTo>
                  <a:pt x="221112" y="123538"/>
                  <a:pt x="230519" y="107859"/>
                  <a:pt x="230890" y="90707"/>
                </a:cubicBezTo>
                <a:close/>
                <a:moveTo>
                  <a:pt x="49476" y="263874"/>
                </a:moveTo>
                <a:lnTo>
                  <a:pt x="49476" y="222644"/>
                </a:lnTo>
                <a:cubicBezTo>
                  <a:pt x="49476" y="218090"/>
                  <a:pt x="53168" y="214398"/>
                  <a:pt x="57722" y="214398"/>
                </a:cubicBezTo>
                <a:lnTo>
                  <a:pt x="305105" y="214398"/>
                </a:lnTo>
                <a:cubicBezTo>
                  <a:pt x="309659" y="214398"/>
                  <a:pt x="313351" y="218090"/>
                  <a:pt x="313351" y="222644"/>
                </a:cubicBezTo>
                <a:lnTo>
                  <a:pt x="313351" y="263874"/>
                </a:lnTo>
                <a:moveTo>
                  <a:pt x="181414" y="181414"/>
                </a:moveTo>
                <a:lnTo>
                  <a:pt x="181414" y="263874"/>
                </a:lnTo>
                <a:moveTo>
                  <a:pt x="181414" y="0"/>
                </a:moveTo>
                <a:lnTo>
                  <a:pt x="181414" y="16492"/>
                </a:lnTo>
                <a:moveTo>
                  <a:pt x="245568" y="26552"/>
                </a:moveTo>
                <a:lnTo>
                  <a:pt x="233859" y="38261"/>
                </a:lnTo>
                <a:moveTo>
                  <a:pt x="272121" y="82460"/>
                </a:moveTo>
                <a:lnTo>
                  <a:pt x="255628" y="82460"/>
                </a:lnTo>
                <a:moveTo>
                  <a:pt x="117259" y="26552"/>
                </a:moveTo>
                <a:lnTo>
                  <a:pt x="128968" y="38261"/>
                </a:lnTo>
                <a:moveTo>
                  <a:pt x="90707" y="82460"/>
                </a:moveTo>
                <a:lnTo>
                  <a:pt x="107199" y="82460"/>
                </a:lnTo>
              </a:path>
            </a:pathLst>
          </a:custGeom>
          <a:noFill/>
          <a:ln w="1236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416837" y="5125634"/>
            <a:ext cx="346335" cy="371074"/>
          </a:xfrm>
          <a:custGeom>
            <a:avLst/>
            <a:gdLst/>
            <a:ahLst/>
            <a:cxnLst/>
            <a:rect l="0" t="0" r="0" b="0"/>
            <a:pathLst>
              <a:path w="346335" h="371074">
                <a:moveTo>
                  <a:pt x="173167" y="272121"/>
                </a:moveTo>
                <a:cubicBezTo>
                  <a:pt x="200493" y="272121"/>
                  <a:pt x="222644" y="249969"/>
                  <a:pt x="222644" y="222644"/>
                </a:cubicBezTo>
                <a:cubicBezTo>
                  <a:pt x="222644" y="195319"/>
                  <a:pt x="200493" y="173167"/>
                  <a:pt x="173167" y="173167"/>
                </a:cubicBezTo>
                <a:cubicBezTo>
                  <a:pt x="145842" y="173167"/>
                  <a:pt x="123691" y="195319"/>
                  <a:pt x="123691" y="222644"/>
                </a:cubicBezTo>
                <a:cubicBezTo>
                  <a:pt x="123691" y="249969"/>
                  <a:pt x="145842" y="272121"/>
                  <a:pt x="173167" y="272121"/>
                </a:cubicBezTo>
                <a:close/>
                <a:moveTo>
                  <a:pt x="239136" y="371074"/>
                </a:moveTo>
                <a:lnTo>
                  <a:pt x="239136" y="359529"/>
                </a:lnTo>
                <a:cubicBezTo>
                  <a:pt x="333142" y="326545"/>
                  <a:pt x="344686" y="234189"/>
                  <a:pt x="338089" y="189660"/>
                </a:cubicBezTo>
                <a:cubicBezTo>
                  <a:pt x="336440" y="173167"/>
                  <a:pt x="321597" y="163272"/>
                  <a:pt x="305105" y="164921"/>
                </a:cubicBezTo>
                <a:cubicBezTo>
                  <a:pt x="288613" y="166571"/>
                  <a:pt x="278717" y="181414"/>
                  <a:pt x="280367" y="197906"/>
                </a:cubicBezTo>
                <a:cubicBezTo>
                  <a:pt x="282016" y="206152"/>
                  <a:pt x="290262" y="278717"/>
                  <a:pt x="220995" y="305105"/>
                </a:cubicBezTo>
                <a:lnTo>
                  <a:pt x="125340" y="305105"/>
                </a:lnTo>
                <a:cubicBezTo>
                  <a:pt x="56073" y="278717"/>
                  <a:pt x="64319" y="206152"/>
                  <a:pt x="65968" y="197906"/>
                </a:cubicBezTo>
                <a:cubicBezTo>
                  <a:pt x="67617" y="181414"/>
                  <a:pt x="57722" y="168220"/>
                  <a:pt x="41230" y="164921"/>
                </a:cubicBezTo>
                <a:cubicBezTo>
                  <a:pt x="24738" y="163272"/>
                  <a:pt x="11544" y="173167"/>
                  <a:pt x="8246" y="189660"/>
                </a:cubicBezTo>
                <a:cubicBezTo>
                  <a:pt x="1649" y="234189"/>
                  <a:pt x="13193" y="326545"/>
                  <a:pt x="107199" y="359529"/>
                </a:cubicBezTo>
                <a:lnTo>
                  <a:pt x="107199" y="371074"/>
                </a:lnTo>
                <a:moveTo>
                  <a:pt x="346335" y="148429"/>
                </a:moveTo>
                <a:cubicBezTo>
                  <a:pt x="346335" y="158324"/>
                  <a:pt x="339739" y="164921"/>
                  <a:pt x="329843" y="164921"/>
                </a:cubicBezTo>
                <a:lnTo>
                  <a:pt x="16492" y="164921"/>
                </a:lnTo>
                <a:cubicBezTo>
                  <a:pt x="6596" y="164921"/>
                  <a:pt x="0" y="158324"/>
                  <a:pt x="0" y="148429"/>
                </a:cubicBezTo>
                <a:lnTo>
                  <a:pt x="0" y="16492"/>
                </a:lnTo>
                <a:cubicBezTo>
                  <a:pt x="0" y="6596"/>
                  <a:pt x="6596" y="0"/>
                  <a:pt x="16492" y="0"/>
                </a:cubicBezTo>
                <a:lnTo>
                  <a:pt x="329843" y="0"/>
                </a:lnTo>
                <a:cubicBezTo>
                  <a:pt x="339739" y="0"/>
                  <a:pt x="346335" y="6596"/>
                  <a:pt x="346335" y="16492"/>
                </a:cubicBezTo>
                <a:lnTo>
                  <a:pt x="346335" y="148429"/>
                </a:lnTo>
                <a:close/>
                <a:moveTo>
                  <a:pt x="173167" y="57722"/>
                </a:moveTo>
                <a:lnTo>
                  <a:pt x="280367" y="57722"/>
                </a:lnTo>
                <a:moveTo>
                  <a:pt x="173167" y="107199"/>
                </a:moveTo>
                <a:lnTo>
                  <a:pt x="214398" y="107199"/>
                </a:lnTo>
                <a:moveTo>
                  <a:pt x="90707" y="115445"/>
                </a:moveTo>
                <a:cubicBezTo>
                  <a:pt x="108923" y="115445"/>
                  <a:pt x="123691" y="100677"/>
                  <a:pt x="123691" y="82460"/>
                </a:cubicBezTo>
                <a:cubicBezTo>
                  <a:pt x="123691" y="64244"/>
                  <a:pt x="108923" y="49476"/>
                  <a:pt x="90707" y="49476"/>
                </a:cubicBezTo>
                <a:cubicBezTo>
                  <a:pt x="72490" y="49476"/>
                  <a:pt x="57722" y="64244"/>
                  <a:pt x="57722" y="82460"/>
                </a:cubicBezTo>
                <a:cubicBezTo>
                  <a:pt x="57722" y="100677"/>
                  <a:pt x="72490" y="115445"/>
                  <a:pt x="90707" y="115445"/>
                </a:cubicBezTo>
                <a:close/>
              </a:path>
            </a:pathLst>
          </a:custGeom>
          <a:noFill/>
          <a:ln w="1236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986627" y="2508659"/>
            <a:ext cx="2405501" cy="2201690"/>
          </a:xfrm>
          <a:custGeom>
            <a:avLst/>
            <a:gdLst/>
            <a:ahLst/>
            <a:cxnLst/>
            <a:rect l="0" t="0" r="0" b="0"/>
            <a:pathLst>
              <a:path w="2171986" h="2171986">
                <a:moveTo>
                  <a:pt x="2171986" y="1085993"/>
                </a:moveTo>
                <a:cubicBezTo>
                  <a:pt x="2171986" y="1685771"/>
                  <a:pt x="1685771" y="2171986"/>
                  <a:pt x="1085993" y="2171986"/>
                </a:cubicBezTo>
                <a:cubicBezTo>
                  <a:pt x="486215" y="2171986"/>
                  <a:pt x="0" y="1685771"/>
                  <a:pt x="0" y="1085993"/>
                </a:cubicBezTo>
                <a:cubicBezTo>
                  <a:pt x="0" y="486215"/>
                  <a:pt x="486215" y="0"/>
                  <a:pt x="1085993" y="0"/>
                </a:cubicBezTo>
                <a:cubicBezTo>
                  <a:pt x="1685771" y="0"/>
                  <a:pt x="2171986" y="486215"/>
                  <a:pt x="2171986" y="1085993"/>
                </a:cubicBezTo>
                <a:close/>
              </a:path>
            </a:pathLst>
          </a:custGeom>
          <a:noFill/>
          <a:ln w="8254">
            <a:solidFill>
              <a:srgbClr val="96969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04299" y="4604091"/>
            <a:ext cx="1188720" cy="1133557"/>
          </a:xfrm>
          <a:custGeom>
            <a:avLst/>
            <a:gdLst/>
            <a:ahLst/>
            <a:cxnLst/>
            <a:rect l="0" t="0" r="0" b="0"/>
            <a:pathLst>
              <a:path w="1188720" h="1133557">
                <a:moveTo>
                  <a:pt x="1837" y="108110"/>
                </a:moveTo>
                <a:cubicBezTo>
                  <a:pt x="171357" y="108110"/>
                  <a:pt x="331806" y="69268"/>
                  <a:pt x="474770" y="0"/>
                </a:cubicBezTo>
                <a:lnTo>
                  <a:pt x="804839" y="685526"/>
                </a:lnTo>
                <a:cubicBezTo>
                  <a:pt x="561522" y="803341"/>
                  <a:pt x="288475" y="869400"/>
                  <a:pt x="0" y="869400"/>
                </a:cubicBezTo>
                <a:lnTo>
                  <a:pt x="1837" y="108110"/>
                </a:lnTo>
                <a:close/>
                <a:moveTo>
                  <a:pt x="1188720" y="1067517"/>
                </a:moveTo>
                <a:cubicBezTo>
                  <a:pt x="1188720" y="1031044"/>
                  <a:pt x="1159152" y="1001477"/>
                  <a:pt x="1122680" y="1001477"/>
                </a:cubicBezTo>
                <a:cubicBezTo>
                  <a:pt x="1086207" y="1001477"/>
                  <a:pt x="1056640" y="1031044"/>
                  <a:pt x="1056640" y="1067517"/>
                </a:cubicBezTo>
                <a:cubicBezTo>
                  <a:pt x="1056640" y="1103990"/>
                  <a:pt x="1086207" y="1133557"/>
                  <a:pt x="1122680" y="1133557"/>
                </a:cubicBezTo>
                <a:cubicBezTo>
                  <a:pt x="1159152" y="1133557"/>
                  <a:pt x="1188720" y="1103990"/>
                  <a:pt x="1188720" y="1067517"/>
                </a:cubicBezTo>
                <a:close/>
                <a:moveTo>
                  <a:pt x="1056640" y="1067517"/>
                </a:moveTo>
                <a:lnTo>
                  <a:pt x="500803" y="1067517"/>
                </a:lnTo>
                <a:cubicBezTo>
                  <a:pt x="433936" y="1067517"/>
                  <a:pt x="379729" y="1013311"/>
                  <a:pt x="379729" y="946444"/>
                </a:cubicBezTo>
                <a:lnTo>
                  <a:pt x="379729" y="830360"/>
                </a:lnTo>
              </a:path>
            </a:pathLst>
          </a:custGeom>
          <a:noFill/>
          <a:ln w="8254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779071" y="4301085"/>
            <a:ext cx="1506429" cy="988532"/>
          </a:xfrm>
          <a:custGeom>
            <a:avLst/>
            <a:gdLst/>
            <a:ahLst/>
            <a:cxnLst/>
            <a:rect l="0" t="0" r="0" b="0"/>
            <a:pathLst>
              <a:path w="1506429" h="988532">
                <a:moveTo>
                  <a:pt x="330069" y="988532"/>
                </a:moveTo>
                <a:lnTo>
                  <a:pt x="0" y="303006"/>
                </a:lnTo>
                <a:cubicBezTo>
                  <a:pt x="147762" y="231412"/>
                  <a:pt x="276844" y="127313"/>
                  <a:pt x="377957" y="0"/>
                </a:cubicBezTo>
                <a:lnTo>
                  <a:pt x="972529" y="474300"/>
                </a:lnTo>
                <a:cubicBezTo>
                  <a:pt x="800493" y="690333"/>
                  <a:pt x="581104" y="866979"/>
                  <a:pt x="330069" y="988532"/>
                </a:cubicBezTo>
                <a:close/>
                <a:moveTo>
                  <a:pt x="1506429" y="776163"/>
                </a:moveTo>
                <a:cubicBezTo>
                  <a:pt x="1506429" y="739690"/>
                  <a:pt x="1476862" y="710123"/>
                  <a:pt x="1440389" y="710123"/>
                </a:cubicBezTo>
                <a:cubicBezTo>
                  <a:pt x="1403916" y="710123"/>
                  <a:pt x="1374349" y="739690"/>
                  <a:pt x="1374349" y="776163"/>
                </a:cubicBezTo>
                <a:cubicBezTo>
                  <a:pt x="1374349" y="812636"/>
                  <a:pt x="1403916" y="842203"/>
                  <a:pt x="1440389" y="842203"/>
                </a:cubicBezTo>
                <a:cubicBezTo>
                  <a:pt x="1476862" y="842203"/>
                  <a:pt x="1506429" y="812636"/>
                  <a:pt x="1506429" y="776163"/>
                </a:cubicBezTo>
                <a:close/>
                <a:moveTo>
                  <a:pt x="1374349" y="776163"/>
                </a:moveTo>
                <a:lnTo>
                  <a:pt x="669204" y="776163"/>
                </a:lnTo>
              </a:path>
            </a:pathLst>
          </a:custGeom>
          <a:noFill/>
          <a:ln w="8254">
            <a:solidFill>
              <a:srgbClr val="E5575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57029" y="3864107"/>
            <a:ext cx="1458672" cy="911269"/>
          </a:xfrm>
          <a:custGeom>
            <a:avLst/>
            <a:gdLst/>
            <a:ahLst/>
            <a:cxnLst/>
            <a:rect l="0" t="0" r="0" b="0"/>
            <a:pathLst>
              <a:path w="1458672" h="911269">
                <a:moveTo>
                  <a:pt x="1458672" y="547237"/>
                </a:moveTo>
                <a:cubicBezTo>
                  <a:pt x="1458672" y="583710"/>
                  <a:pt x="1429105" y="613277"/>
                  <a:pt x="1392632" y="613277"/>
                </a:cubicBezTo>
                <a:cubicBezTo>
                  <a:pt x="1356158" y="613277"/>
                  <a:pt x="1326592" y="583710"/>
                  <a:pt x="1326592" y="547237"/>
                </a:cubicBezTo>
                <a:cubicBezTo>
                  <a:pt x="1326592" y="510764"/>
                  <a:pt x="1356158" y="481197"/>
                  <a:pt x="1392632" y="481197"/>
                </a:cubicBezTo>
                <a:cubicBezTo>
                  <a:pt x="1429105" y="481197"/>
                  <a:pt x="1458672" y="510764"/>
                  <a:pt x="1458672" y="547237"/>
                </a:cubicBezTo>
                <a:close/>
                <a:moveTo>
                  <a:pt x="594571" y="911269"/>
                </a:moveTo>
                <a:lnTo>
                  <a:pt x="0" y="436969"/>
                </a:lnTo>
                <a:cubicBezTo>
                  <a:pt x="100020" y="311030"/>
                  <a:pt x="172672" y="162376"/>
                  <a:pt x="208962" y="0"/>
                </a:cubicBezTo>
                <a:lnTo>
                  <a:pt x="950944" y="169527"/>
                </a:lnTo>
                <a:cubicBezTo>
                  <a:pt x="921165" y="301321"/>
                  <a:pt x="877311" y="427779"/>
                  <a:pt x="821046" y="547237"/>
                </a:cubicBezTo>
                <a:cubicBezTo>
                  <a:pt x="759625" y="677643"/>
                  <a:pt x="683412" y="799708"/>
                  <a:pt x="594571" y="911269"/>
                </a:cubicBezTo>
                <a:close/>
                <a:moveTo>
                  <a:pt x="1321088" y="547237"/>
                </a:moveTo>
                <a:lnTo>
                  <a:pt x="821046" y="547237"/>
                </a:lnTo>
              </a:path>
            </a:pathLst>
          </a:custGeom>
          <a:noFill/>
          <a:ln w="8254">
            <a:solidFill>
              <a:srgbClr val="DE58A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64097" y="3210673"/>
            <a:ext cx="1455223" cy="822970"/>
          </a:xfrm>
          <a:custGeom>
            <a:avLst/>
            <a:gdLst/>
            <a:ahLst/>
            <a:cxnLst/>
            <a:rect l="0" t="0" r="0" b="0"/>
            <a:pathLst>
              <a:path w="1455223" h="822970">
                <a:moveTo>
                  <a:pt x="1455223" y="413696"/>
                </a:moveTo>
                <a:cubicBezTo>
                  <a:pt x="1455223" y="450168"/>
                  <a:pt x="1425656" y="479736"/>
                  <a:pt x="1389183" y="479736"/>
                </a:cubicBezTo>
                <a:cubicBezTo>
                  <a:pt x="1352710" y="479736"/>
                  <a:pt x="1323143" y="450168"/>
                  <a:pt x="1323143" y="413696"/>
                </a:cubicBezTo>
                <a:cubicBezTo>
                  <a:pt x="1323143" y="377223"/>
                  <a:pt x="1352710" y="347656"/>
                  <a:pt x="1389183" y="347656"/>
                </a:cubicBezTo>
                <a:cubicBezTo>
                  <a:pt x="1425656" y="347656"/>
                  <a:pt x="1455223" y="377223"/>
                  <a:pt x="1455223" y="413696"/>
                </a:cubicBezTo>
                <a:close/>
                <a:moveTo>
                  <a:pt x="1890" y="653442"/>
                </a:moveTo>
                <a:cubicBezTo>
                  <a:pt x="19003" y="576877"/>
                  <a:pt x="28030" y="497259"/>
                  <a:pt x="28030" y="415534"/>
                </a:cubicBezTo>
                <a:cubicBezTo>
                  <a:pt x="28030" y="330849"/>
                  <a:pt x="18337" y="248428"/>
                  <a:pt x="0" y="169319"/>
                </a:cubicBezTo>
                <a:lnTo>
                  <a:pt x="742865" y="0"/>
                </a:lnTo>
                <a:cubicBezTo>
                  <a:pt x="773264" y="133006"/>
                  <a:pt x="789319" y="271475"/>
                  <a:pt x="789319" y="413696"/>
                </a:cubicBezTo>
                <a:cubicBezTo>
                  <a:pt x="789319" y="554339"/>
                  <a:pt x="773617" y="691318"/>
                  <a:pt x="743871" y="822970"/>
                </a:cubicBezTo>
                <a:lnTo>
                  <a:pt x="1890" y="653442"/>
                </a:lnTo>
                <a:close/>
                <a:moveTo>
                  <a:pt x="1317639" y="413696"/>
                </a:moveTo>
                <a:lnTo>
                  <a:pt x="789319" y="413696"/>
                </a:lnTo>
              </a:path>
            </a:pathLst>
          </a:custGeom>
          <a:noFill/>
          <a:ln w="8254">
            <a:solidFill>
              <a:srgbClr val="BA5DE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52153" y="2469829"/>
            <a:ext cx="1463546" cy="910176"/>
          </a:xfrm>
          <a:custGeom>
            <a:avLst/>
            <a:gdLst/>
            <a:ahLst/>
            <a:cxnLst/>
            <a:rect l="0" t="0" r="0" b="0"/>
            <a:pathLst>
              <a:path w="1463546" h="910176">
                <a:moveTo>
                  <a:pt x="1463546" y="362059"/>
                </a:moveTo>
                <a:cubicBezTo>
                  <a:pt x="1463546" y="398532"/>
                  <a:pt x="1433978" y="428099"/>
                  <a:pt x="1397506" y="428099"/>
                </a:cubicBezTo>
                <a:cubicBezTo>
                  <a:pt x="1361033" y="428099"/>
                  <a:pt x="1331466" y="398532"/>
                  <a:pt x="1331466" y="362059"/>
                </a:cubicBezTo>
                <a:cubicBezTo>
                  <a:pt x="1331466" y="325586"/>
                  <a:pt x="1361033" y="296019"/>
                  <a:pt x="1397506" y="296019"/>
                </a:cubicBezTo>
                <a:cubicBezTo>
                  <a:pt x="1433978" y="296019"/>
                  <a:pt x="1463546" y="325586"/>
                  <a:pt x="1463546" y="362059"/>
                </a:cubicBezTo>
                <a:close/>
                <a:moveTo>
                  <a:pt x="211946" y="910176"/>
                </a:moveTo>
                <a:cubicBezTo>
                  <a:pt x="174450" y="748417"/>
                  <a:pt x="100812" y="600509"/>
                  <a:pt x="0" y="475421"/>
                </a:cubicBezTo>
                <a:lnTo>
                  <a:pt x="596618" y="0"/>
                </a:lnTo>
                <a:cubicBezTo>
                  <a:pt x="685413" y="110947"/>
                  <a:pt x="761691" y="232346"/>
                  <a:pt x="823312" y="362059"/>
                </a:cubicBezTo>
                <a:cubicBezTo>
                  <a:pt x="880197" y="481802"/>
                  <a:pt x="924591" y="608629"/>
                  <a:pt x="954811" y="740856"/>
                </a:cubicBezTo>
                <a:lnTo>
                  <a:pt x="211946" y="910176"/>
                </a:lnTo>
                <a:close/>
                <a:moveTo>
                  <a:pt x="1325962" y="362059"/>
                </a:moveTo>
                <a:lnTo>
                  <a:pt x="823312" y="362059"/>
                </a:lnTo>
              </a:path>
            </a:pathLst>
          </a:custGeom>
          <a:noFill/>
          <a:ln w="8254">
            <a:solidFill>
              <a:srgbClr val="7F64E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73193" y="1957159"/>
            <a:ext cx="1512306" cy="988081"/>
          </a:xfrm>
          <a:custGeom>
            <a:avLst/>
            <a:gdLst/>
            <a:ahLst/>
            <a:cxnLst/>
            <a:rect l="0" t="0" r="0" b="0"/>
            <a:pathLst>
              <a:path w="1512306" h="988081">
                <a:moveTo>
                  <a:pt x="975579" y="512659"/>
                </a:moveTo>
                <a:lnTo>
                  <a:pt x="378960" y="988081"/>
                </a:lnTo>
                <a:cubicBezTo>
                  <a:pt x="277237" y="861863"/>
                  <a:pt x="147845" y="758878"/>
                  <a:pt x="0" y="688342"/>
                </a:cubicBezTo>
                <a:lnTo>
                  <a:pt x="331869" y="0"/>
                </a:lnTo>
                <a:cubicBezTo>
                  <a:pt x="583231" y="120949"/>
                  <a:pt x="803036" y="297071"/>
                  <a:pt x="975579" y="512659"/>
                </a:cubicBezTo>
                <a:close/>
                <a:moveTo>
                  <a:pt x="1512306" y="214328"/>
                </a:moveTo>
                <a:cubicBezTo>
                  <a:pt x="1512306" y="250801"/>
                  <a:pt x="1482739" y="280368"/>
                  <a:pt x="1446266" y="280368"/>
                </a:cubicBezTo>
                <a:cubicBezTo>
                  <a:pt x="1409793" y="280368"/>
                  <a:pt x="1380226" y="250801"/>
                  <a:pt x="1380226" y="214328"/>
                </a:cubicBezTo>
                <a:cubicBezTo>
                  <a:pt x="1380226" y="177856"/>
                  <a:pt x="1409793" y="148288"/>
                  <a:pt x="1446266" y="148288"/>
                </a:cubicBezTo>
                <a:cubicBezTo>
                  <a:pt x="1482739" y="148288"/>
                  <a:pt x="1512306" y="177856"/>
                  <a:pt x="1512306" y="214328"/>
                </a:cubicBezTo>
                <a:close/>
                <a:moveTo>
                  <a:pt x="1380226" y="214328"/>
                </a:moveTo>
                <a:lnTo>
                  <a:pt x="675071" y="214328"/>
                </a:lnTo>
              </a:path>
            </a:pathLst>
          </a:custGeom>
          <a:noFill/>
          <a:ln w="8254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04299" y="1511088"/>
            <a:ext cx="1188720" cy="1134408"/>
          </a:xfrm>
          <a:custGeom>
            <a:avLst/>
            <a:gdLst/>
            <a:ahLst/>
            <a:cxnLst/>
            <a:rect l="0" t="0" r="0" b="0"/>
            <a:pathLst>
              <a:path w="1188720" h="1134408">
                <a:moveTo>
                  <a:pt x="468893" y="1134408"/>
                </a:moveTo>
                <a:cubicBezTo>
                  <a:pt x="327415" y="1066909"/>
                  <a:pt x="169038" y="1029123"/>
                  <a:pt x="1837" y="1029123"/>
                </a:cubicBezTo>
                <a:lnTo>
                  <a:pt x="0" y="264160"/>
                </a:lnTo>
                <a:cubicBezTo>
                  <a:pt x="286865" y="264160"/>
                  <a:pt x="558474" y="329483"/>
                  <a:pt x="800762" y="446066"/>
                </a:cubicBezTo>
                <a:lnTo>
                  <a:pt x="468893" y="1134408"/>
                </a:lnTo>
                <a:close/>
                <a:moveTo>
                  <a:pt x="1188720" y="66040"/>
                </a:moveTo>
                <a:cubicBezTo>
                  <a:pt x="1188720" y="102512"/>
                  <a:pt x="1159152" y="132080"/>
                  <a:pt x="1122680" y="132080"/>
                </a:cubicBezTo>
                <a:cubicBezTo>
                  <a:pt x="1086207" y="132080"/>
                  <a:pt x="1056640" y="102512"/>
                  <a:pt x="1056640" y="66040"/>
                </a:cubicBezTo>
                <a:cubicBezTo>
                  <a:pt x="1056640" y="29567"/>
                  <a:pt x="1086207" y="0"/>
                  <a:pt x="1122680" y="0"/>
                </a:cubicBezTo>
                <a:cubicBezTo>
                  <a:pt x="1159152" y="0"/>
                  <a:pt x="1188720" y="29567"/>
                  <a:pt x="1188720" y="66040"/>
                </a:cubicBezTo>
                <a:close/>
                <a:moveTo>
                  <a:pt x="1056640" y="66040"/>
                </a:moveTo>
                <a:lnTo>
                  <a:pt x="500803" y="66040"/>
                </a:lnTo>
                <a:cubicBezTo>
                  <a:pt x="433936" y="66040"/>
                  <a:pt x="379729" y="120246"/>
                  <a:pt x="379729" y="187113"/>
                </a:cubicBezTo>
                <a:lnTo>
                  <a:pt x="379729" y="302683"/>
                </a:lnTo>
              </a:path>
            </a:pathLst>
          </a:custGeom>
          <a:noFill/>
          <a:ln w="8254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62545" y="2245783"/>
            <a:ext cx="320645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484848"/>
                </a:solidFill>
                <a:latin typeface="Roboto"/>
              </a:rPr>
              <a:t>Weaknesses exploitable for</a:t>
            </a:r>
            <a:r>
              <a:rPr lang="en-IN" sz="1200" b="0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0" dirty="0">
                <a:solidFill>
                  <a:srgbClr val="484848"/>
                </a:solidFill>
                <a:latin typeface="Roboto"/>
              </a:rPr>
              <a:t>successful attacks.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2465" y="2386118"/>
            <a:ext cx="92824" cy="2311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2545" y="2050415"/>
            <a:ext cx="1332224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1EABDA"/>
                </a:solidFill>
                <a:latin typeface="Arial Black" panose="020B0A04020102020204" pitchFamily="34" charset="0"/>
              </a:rPr>
              <a:t>Vulnerability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2745" y="2710815"/>
            <a:ext cx="1033937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7F64EA"/>
                </a:solidFill>
                <a:latin typeface="Arial Black" panose="020B0A04020102020204" pitchFamily="34" charset="0"/>
              </a:rPr>
              <a:t>Criticality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8705" y="2914439"/>
            <a:ext cx="92824" cy="2311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2745" y="2906184"/>
            <a:ext cx="285494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484848"/>
                </a:solidFill>
                <a:latin typeface="Roboto"/>
              </a:rPr>
              <a:t>Impact on terrorist group's</a:t>
            </a:r>
            <a:r>
              <a:rPr lang="en-IN" sz="1200" b="0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0" dirty="0">
                <a:solidFill>
                  <a:srgbClr val="484848"/>
                </a:solidFill>
                <a:latin typeface="Roboto"/>
              </a:rPr>
              <a:t>strategic goals.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8105" y="2088938"/>
            <a:ext cx="92824" cy="2311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9004" y="3281060"/>
            <a:ext cx="2228047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4E88E7"/>
                </a:solidFill>
                <a:latin typeface="Arial Black" panose="020B0A04020102020204" pitchFamily="34" charset="0"/>
              </a:rPr>
              <a:t>Target Site Selection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0785" y="3541818"/>
            <a:ext cx="92824" cy="2311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0865" y="3503295"/>
            <a:ext cx="1069460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BA5DE5"/>
                </a:solidFill>
                <a:latin typeface="Arial Black" panose="020B0A04020102020204" pitchFamily="34" charset="0"/>
              </a:rPr>
              <a:t>Suitability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0865" y="3698663"/>
            <a:ext cx="301204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484848"/>
                </a:solidFill>
                <a:latin typeface="Roboto"/>
              </a:rPr>
              <a:t>Representation of enemy or</a:t>
            </a:r>
            <a:r>
              <a:rPr lang="en-IN" sz="1200" b="0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0" dirty="0">
                <a:solidFill>
                  <a:srgbClr val="484848"/>
                </a:solidFill>
                <a:latin typeface="Roboto"/>
              </a:rPr>
              <a:t>symbolic target.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0669" y="1692510"/>
            <a:ext cx="263052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Roboto"/>
              </a:rPr>
              <a:t>Ease of access for terrorist</a:t>
            </a:r>
            <a:r>
              <a:rPr lang="en-IN" sz="1200" b="0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0" dirty="0">
                <a:solidFill>
                  <a:srgbClr val="484848"/>
                </a:solidFill>
                <a:latin typeface="Roboto"/>
              </a:rPr>
              <a:t>operations.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0065" y="1456055"/>
            <a:ext cx="1354538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3CC583"/>
                </a:solidFill>
                <a:latin typeface="Arial Black" panose="020B0A04020102020204" pitchFamily="34" charset="0"/>
              </a:rPr>
              <a:t>Accessibility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8705" y="4169198"/>
            <a:ext cx="92824" cy="2311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92745" y="4295775"/>
            <a:ext cx="1526380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dirty="0" err="1">
                <a:solidFill>
                  <a:srgbClr val="DE58A9"/>
                </a:solidFill>
                <a:latin typeface="Arial Black" panose="020B0A04020102020204" pitchFamily="34" charset="0"/>
              </a:rPr>
              <a:t>Recuperability</a:t>
            </a:r>
            <a:endParaRPr sz="1500" b="0" dirty="0">
              <a:solidFill>
                <a:srgbClr val="DE58A9"/>
              </a:solidFill>
              <a:latin typeface="Arial Black" panose="020B0A040201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83844" y="311659"/>
            <a:ext cx="6239529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rgbClr val="484848"/>
                </a:solidFill>
                <a:latin typeface="Arial Black" panose="020B0A04020102020204" pitchFamily="34" charset="0"/>
              </a:rPr>
              <a:t>Evaluating Target Sites for Terrorist Attacks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2745" y="4491143"/>
            <a:ext cx="278601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484848"/>
                </a:solidFill>
                <a:latin typeface="Roboto"/>
              </a:rPr>
              <a:t>Speed of recovery after a</a:t>
            </a:r>
            <a:r>
              <a:rPr lang="en-IN" sz="1200" b="0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0" dirty="0">
                <a:solidFill>
                  <a:srgbClr val="484848"/>
                </a:solidFill>
                <a:latin typeface="Roboto"/>
              </a:rPr>
              <a:t>terrorist attack.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82465" y="4697518"/>
            <a:ext cx="92824" cy="2311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8105" y="4994699"/>
            <a:ext cx="92824" cy="2311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62545" y="4956175"/>
            <a:ext cx="2056460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E55753"/>
                </a:solidFill>
                <a:latin typeface="Arial Black" panose="020B0A04020102020204" pitchFamily="34" charset="0"/>
              </a:rPr>
              <a:t>Effect on the Group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0065" y="5745903"/>
            <a:ext cx="272189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484848"/>
                </a:solidFill>
                <a:latin typeface="Roboto"/>
              </a:rPr>
              <a:t>Potential dangers to terrorist</a:t>
            </a:r>
            <a:r>
              <a:rPr lang="en-IN" sz="1200" b="0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0" dirty="0">
                <a:solidFill>
                  <a:srgbClr val="484848"/>
                </a:solidFill>
                <a:latin typeface="Roboto"/>
              </a:rPr>
              <a:t>operatives.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0065" y="5550535"/>
            <a:ext cx="458459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DE8431"/>
                </a:solidFill>
                <a:latin typeface="Arial Black" panose="020B0A04020102020204" pitchFamily="34" charset="0"/>
              </a:rPr>
              <a:t>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62545" y="5151544"/>
            <a:ext cx="315951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484848"/>
                </a:solidFill>
                <a:latin typeface="Roboto"/>
              </a:rPr>
              <a:t>Positive perception among</a:t>
            </a:r>
            <a:r>
              <a:rPr lang="en-IN" sz="1200" b="0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0" dirty="0">
                <a:solidFill>
                  <a:srgbClr val="484848"/>
                </a:solidFill>
                <a:latin typeface="Roboto"/>
              </a:rPr>
              <a:t>terrorist supporters</a:t>
            </a:r>
            <a:r>
              <a:rPr sz="600" b="0" dirty="0">
                <a:solidFill>
                  <a:srgbClr val="484848"/>
                </a:solidFill>
                <a:latin typeface="Roboto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2" name="Oval 4">
            <a:extLst>
              <a:ext uri="{FF2B5EF4-FFF2-40B4-BE49-F238E27FC236}">
                <a16:creationId xmlns:a16="http://schemas.microsoft.com/office/drawing/2014/main" id="{B696D5BD-7E55-4880-90D8-0C96C6655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731" y="1232778"/>
            <a:ext cx="988628" cy="92939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</a:p>
        </p:txBody>
      </p:sp>
      <p:sp>
        <p:nvSpPr>
          <p:cNvPr id="165893" name="Rectangle 5">
            <a:extLst>
              <a:ext uri="{FF2B5EF4-FFF2-40B4-BE49-F238E27FC236}">
                <a16:creationId xmlns:a16="http://schemas.microsoft.com/office/drawing/2014/main" id="{67F22E52-5176-4A26-9FA1-73BFF1176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922" y="741528"/>
            <a:ext cx="1340233" cy="19118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Legislation</a:t>
            </a:r>
          </a:p>
        </p:txBody>
      </p:sp>
      <p:sp>
        <p:nvSpPr>
          <p:cNvPr id="165903" name="Rectangle 15">
            <a:extLst>
              <a:ext uri="{FF2B5EF4-FFF2-40B4-BE49-F238E27FC236}">
                <a16:creationId xmlns:a16="http://schemas.microsoft.com/office/drawing/2014/main" id="{418A8FCD-7565-42B6-B0D2-E522ABCE6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380" y="2599612"/>
            <a:ext cx="2771775" cy="7921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Citizens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673721-CC58-494D-BC12-EEAF2A5AB043}"/>
              </a:ext>
            </a:extLst>
          </p:cNvPr>
          <p:cNvSpPr txBox="1"/>
          <p:nvPr/>
        </p:nvSpPr>
        <p:spPr>
          <a:xfrm>
            <a:off x="1902373" y="123331"/>
            <a:ext cx="565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Black" panose="020B0A04020102020204" pitchFamily="34" charset="0"/>
              </a:rPr>
              <a:t>State, Civil Society and the Legislation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42137651-5A59-49DA-9577-CBE03EBD1176}"/>
              </a:ext>
            </a:extLst>
          </p:cNvPr>
          <p:cNvSpPr/>
          <p:nvPr/>
        </p:nvSpPr>
        <p:spPr>
          <a:xfrm>
            <a:off x="1042664" y="2169106"/>
            <a:ext cx="289034" cy="408205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DB680D43-3C2D-43F5-B588-A6816AE21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76" y="4855379"/>
            <a:ext cx="892556" cy="934219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BA04DDD3-72B6-473A-8125-62DC57F4A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63" y="3811368"/>
            <a:ext cx="1204911" cy="196554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Legislation</a:t>
            </a:r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AB6A72F3-1FE4-43C3-A2A2-DA06629A7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40" y="5800423"/>
            <a:ext cx="2771775" cy="7921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Citizens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64914F-F3DE-43FD-9178-4BBB62E7838B}"/>
              </a:ext>
            </a:extLst>
          </p:cNvPr>
          <p:cNvSpPr txBox="1"/>
          <p:nvPr/>
        </p:nvSpPr>
        <p:spPr>
          <a:xfrm>
            <a:off x="3957638" y="1713274"/>
            <a:ext cx="4119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Situation with illegal use of power by the State: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shown by citizens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13224F-3EF0-46AC-ABDC-D7E721F41385}"/>
              </a:ext>
            </a:extLst>
          </p:cNvPr>
          <p:cNvSpPr txBox="1"/>
          <p:nvPr/>
        </p:nvSpPr>
        <p:spPr>
          <a:xfrm>
            <a:off x="4124324" y="4157662"/>
            <a:ext cx="492442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Situation with the attack by Terrorists: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 anti-terror legislation to fight the terrorists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States also act illegally along with special legislation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 state of emergency or war, states also act legally and special legislation is not sufficient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16FD1-71F2-41A4-B539-4D70E59D60C4}"/>
              </a:ext>
            </a:extLst>
          </p:cNvPr>
          <p:cNvSpPr/>
          <p:nvPr/>
        </p:nvSpPr>
        <p:spPr>
          <a:xfrm>
            <a:off x="885825" y="3823843"/>
            <a:ext cx="1328737" cy="194770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Special Legislation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9B4BF96-83A4-450A-A37D-2EE1C240AC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89225" y="331788"/>
            <a:ext cx="3333750" cy="64135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GB" altLang="en-US" sz="2000" b="1" dirty="0">
                <a:latin typeface="Arial Black" panose="020B0A04020102020204" pitchFamily="34" charset="0"/>
              </a:rPr>
              <a:t>Areas of Intervention</a:t>
            </a:r>
          </a:p>
        </p:txBody>
      </p:sp>
      <p:sp>
        <p:nvSpPr>
          <p:cNvPr id="3075" name="Oval 3">
            <a:extLst>
              <a:ext uri="{FF2B5EF4-FFF2-40B4-BE49-F238E27FC236}">
                <a16:creationId xmlns:a16="http://schemas.microsoft.com/office/drawing/2014/main" id="{E247BEE9-E1BE-444E-BAD8-2AD43D39F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845" y="3356769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b="1"/>
              <a:t>T</a:t>
            </a:r>
          </a:p>
        </p:txBody>
      </p:sp>
      <p:sp>
        <p:nvSpPr>
          <p:cNvPr id="3076" name="Oval 4">
            <a:extLst>
              <a:ext uri="{FF2B5EF4-FFF2-40B4-BE49-F238E27FC236}">
                <a16:creationId xmlns:a16="http://schemas.microsoft.com/office/drawing/2014/main" id="{D61B37AC-A05F-463B-9C0C-CDD636544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636838"/>
            <a:ext cx="2447925" cy="252095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Enemy</a:t>
            </a:r>
          </a:p>
        </p:txBody>
      </p:sp>
      <p:sp>
        <p:nvSpPr>
          <p:cNvPr id="3077" name="Line 5">
            <a:extLst>
              <a:ext uri="{FF2B5EF4-FFF2-40B4-BE49-F238E27FC236}">
                <a16:creationId xmlns:a16="http://schemas.microsoft.com/office/drawing/2014/main" id="{8BA77A27-C56D-44A7-B514-746D94482E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3675" y="1484313"/>
            <a:ext cx="0" cy="40322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8" name="Text Box 6">
            <a:extLst>
              <a:ext uri="{FF2B5EF4-FFF2-40B4-BE49-F238E27FC236}">
                <a16:creationId xmlns:a16="http://schemas.microsoft.com/office/drawing/2014/main" id="{C481FF19-226C-4573-9455-CC3ADC461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3448049"/>
            <a:ext cx="536575" cy="3762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</a:p>
        </p:txBody>
      </p:sp>
      <p:sp>
        <p:nvSpPr>
          <p:cNvPr id="3079" name="Text Box 7">
            <a:extLst>
              <a:ext uri="{FF2B5EF4-FFF2-40B4-BE49-F238E27FC236}">
                <a16:creationId xmlns:a16="http://schemas.microsoft.com/office/drawing/2014/main" id="{5DB19595-F388-4847-AB6F-2670EE150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113" y="3644900"/>
            <a:ext cx="717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</a:t>
            </a:r>
          </a:p>
        </p:txBody>
      </p:sp>
      <p:sp>
        <p:nvSpPr>
          <p:cNvPr id="3080" name="Text Box 8">
            <a:extLst>
              <a:ext uri="{FF2B5EF4-FFF2-40B4-BE49-F238E27FC236}">
                <a16:creationId xmlns:a16="http://schemas.microsoft.com/office/drawing/2014/main" id="{90BBAC6E-8F66-4403-A650-4EDDA010C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737" y="1581945"/>
            <a:ext cx="2101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Public awareness</a:t>
            </a:r>
            <a:b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Media coverage</a:t>
            </a:r>
          </a:p>
        </p:txBody>
      </p:sp>
      <p:sp>
        <p:nvSpPr>
          <p:cNvPr id="3081" name="Line 9">
            <a:extLst>
              <a:ext uri="{FF2B5EF4-FFF2-40B4-BE49-F238E27FC236}">
                <a16:creationId xmlns:a16="http://schemas.microsoft.com/office/drawing/2014/main" id="{3A7C7154-44F0-4BF2-9D58-4E5B53A17E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6807" y="3644900"/>
            <a:ext cx="2735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82" name="Text Box 10">
            <a:extLst>
              <a:ext uri="{FF2B5EF4-FFF2-40B4-BE49-F238E27FC236}">
                <a16:creationId xmlns:a16="http://schemas.microsoft.com/office/drawing/2014/main" id="{E05AD21F-8DEB-4348-A967-8C99E50B8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982" y="3329783"/>
            <a:ext cx="895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b="1" dirty="0"/>
              <a:t>Action</a:t>
            </a:r>
          </a:p>
        </p:txBody>
      </p:sp>
      <p:sp>
        <p:nvSpPr>
          <p:cNvPr id="3083" name="Rectangle 11">
            <a:extLst>
              <a:ext uri="{FF2B5EF4-FFF2-40B4-BE49-F238E27FC236}">
                <a16:creationId xmlns:a16="http://schemas.microsoft.com/office/drawing/2014/main" id="{58B78E14-BAEC-474F-8A83-1E3887B4C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0313" y="4578350"/>
            <a:ext cx="1944688" cy="503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Supporters</a:t>
            </a:r>
          </a:p>
        </p:txBody>
      </p:sp>
      <p:sp>
        <p:nvSpPr>
          <p:cNvPr id="3084" name="Rectangle 12">
            <a:extLst>
              <a:ext uri="{FF2B5EF4-FFF2-40B4-BE49-F238E27FC236}">
                <a16:creationId xmlns:a16="http://schemas.microsoft.com/office/drawing/2014/main" id="{E796B08B-9C11-49C9-A0B0-66DBCF997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0313" y="5186361"/>
            <a:ext cx="1944688" cy="503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FBA27718-A1A9-4FE6-A0E9-85F195947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472532"/>
            <a:ext cx="1944688" cy="503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Hope, belief</a:t>
            </a:r>
          </a:p>
        </p:txBody>
      </p:sp>
      <p:sp>
        <p:nvSpPr>
          <p:cNvPr id="3086" name="Line 14">
            <a:extLst>
              <a:ext uri="{FF2B5EF4-FFF2-40B4-BE49-F238E27FC236}">
                <a16:creationId xmlns:a16="http://schemas.microsoft.com/office/drawing/2014/main" id="{8482FF32-C820-4FA0-9B53-6E66B33453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40745" y="3835400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87" name="Text Box 15">
            <a:extLst>
              <a:ext uri="{FF2B5EF4-FFF2-40B4-BE49-F238E27FC236}">
                <a16:creationId xmlns:a16="http://schemas.microsoft.com/office/drawing/2014/main" id="{950A5059-3306-40E4-8CF8-8ECAFF432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9632" y="4023917"/>
            <a:ext cx="755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b="1"/>
              <a:t>Trust</a:t>
            </a:r>
          </a:p>
        </p:txBody>
      </p:sp>
      <p:sp>
        <p:nvSpPr>
          <p:cNvPr id="3088" name="Line 16">
            <a:extLst>
              <a:ext uri="{FF2B5EF4-FFF2-40B4-BE49-F238E27FC236}">
                <a16:creationId xmlns:a16="http://schemas.microsoft.com/office/drawing/2014/main" id="{0D5DD825-0C31-466F-8152-81D9F16F2D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001" y="4905376"/>
            <a:ext cx="2447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90" name="Text Box 18">
            <a:extLst>
              <a:ext uri="{FF2B5EF4-FFF2-40B4-BE49-F238E27FC236}">
                <a16:creationId xmlns:a16="http://schemas.microsoft.com/office/drawing/2014/main" id="{2B966890-A0C8-4EFB-B793-BC61B8401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0676" y="5091113"/>
            <a:ext cx="2139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Despair, Coercion</a:t>
            </a:r>
            <a:b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Social conditions</a:t>
            </a:r>
          </a:p>
        </p:txBody>
      </p:sp>
      <p:sp>
        <p:nvSpPr>
          <p:cNvPr id="3091" name="Rectangle 19">
            <a:extLst>
              <a:ext uri="{FF2B5EF4-FFF2-40B4-BE49-F238E27FC236}">
                <a16:creationId xmlns:a16="http://schemas.microsoft.com/office/drawing/2014/main" id="{4C5C4DB5-8CA8-47E1-AEEF-D2F8E974C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651794"/>
            <a:ext cx="1944688" cy="503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Leadership</a:t>
            </a:r>
          </a:p>
        </p:txBody>
      </p:sp>
      <p:sp>
        <p:nvSpPr>
          <p:cNvPr id="3092" name="Rectangle 20">
            <a:extLst>
              <a:ext uri="{FF2B5EF4-FFF2-40B4-BE49-F238E27FC236}">
                <a16:creationId xmlns:a16="http://schemas.microsoft.com/office/drawing/2014/main" id="{81DFD755-5479-4814-9981-1CEF5B6D9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1331" y="5895180"/>
            <a:ext cx="1944688" cy="5032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Separation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18422" y="3070894"/>
            <a:ext cx="498855" cy="325138"/>
          </a:xfrm>
          <a:custGeom>
            <a:avLst/>
            <a:gdLst/>
            <a:ahLst/>
            <a:cxnLst/>
            <a:rect l="0" t="0" r="0" b="0"/>
            <a:pathLst>
              <a:path w="498855" h="325138">
                <a:moveTo>
                  <a:pt x="193168" y="0"/>
                </a:moveTo>
                <a:lnTo>
                  <a:pt x="0" y="37148"/>
                </a:lnTo>
                <a:lnTo>
                  <a:pt x="64413" y="223011"/>
                </a:lnTo>
                <a:moveTo>
                  <a:pt x="498855" y="325138"/>
                </a:moveTo>
                <a:lnTo>
                  <a:pt x="15859" y="46280"/>
                </a:lnTo>
              </a:path>
            </a:pathLst>
          </a:custGeom>
          <a:noFill/>
          <a:ln w="1371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18386" y="3862443"/>
            <a:ext cx="498866" cy="325162"/>
          </a:xfrm>
          <a:custGeom>
            <a:avLst/>
            <a:gdLst/>
            <a:ahLst/>
            <a:cxnLst/>
            <a:rect l="0" t="0" r="0" b="0"/>
            <a:pathLst>
              <a:path w="498866" h="325162">
                <a:moveTo>
                  <a:pt x="64413" y="102151"/>
                </a:moveTo>
                <a:lnTo>
                  <a:pt x="0" y="288013"/>
                </a:lnTo>
                <a:lnTo>
                  <a:pt x="193168" y="325162"/>
                </a:lnTo>
                <a:moveTo>
                  <a:pt x="498866" y="0"/>
                </a:moveTo>
                <a:lnTo>
                  <a:pt x="15859" y="278864"/>
                </a:lnTo>
              </a:path>
            </a:pathLst>
          </a:custGeom>
          <a:noFill/>
          <a:ln w="1371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2407" y="4095598"/>
            <a:ext cx="257511" cy="576072"/>
          </a:xfrm>
          <a:custGeom>
            <a:avLst/>
            <a:gdLst/>
            <a:ahLst/>
            <a:cxnLst/>
            <a:rect l="0" t="0" r="0" b="0"/>
            <a:pathLst>
              <a:path w="257511" h="576072">
                <a:moveTo>
                  <a:pt x="257511" y="427356"/>
                </a:moveTo>
                <a:lnTo>
                  <a:pt x="128755" y="576072"/>
                </a:lnTo>
                <a:lnTo>
                  <a:pt x="0" y="427356"/>
                </a:lnTo>
                <a:moveTo>
                  <a:pt x="128766" y="0"/>
                </a:moveTo>
                <a:lnTo>
                  <a:pt x="128766" y="557788"/>
                </a:lnTo>
              </a:path>
            </a:pathLst>
          </a:custGeom>
          <a:noFill/>
          <a:ln w="1371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925118" y="3862452"/>
            <a:ext cx="498814" cy="325148"/>
          </a:xfrm>
          <a:custGeom>
            <a:avLst/>
            <a:gdLst/>
            <a:ahLst/>
            <a:cxnLst/>
            <a:rect l="0" t="0" r="0" b="0"/>
            <a:pathLst>
              <a:path w="498814" h="325148">
                <a:moveTo>
                  <a:pt x="434401" y="102137"/>
                </a:moveTo>
                <a:lnTo>
                  <a:pt x="498814" y="288000"/>
                </a:lnTo>
                <a:lnTo>
                  <a:pt x="305645" y="325148"/>
                </a:lnTo>
                <a:moveTo>
                  <a:pt x="0" y="0"/>
                </a:moveTo>
                <a:lnTo>
                  <a:pt x="482982" y="278849"/>
                </a:lnTo>
              </a:path>
            </a:pathLst>
          </a:custGeom>
          <a:noFill/>
          <a:ln w="1371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25081" y="3070894"/>
            <a:ext cx="498814" cy="325127"/>
          </a:xfrm>
          <a:custGeom>
            <a:avLst/>
            <a:gdLst/>
            <a:ahLst/>
            <a:cxnLst/>
            <a:rect l="0" t="0" r="0" b="0"/>
            <a:pathLst>
              <a:path w="498814" h="325127">
                <a:moveTo>
                  <a:pt x="0" y="325127"/>
                </a:moveTo>
                <a:lnTo>
                  <a:pt x="482972" y="46282"/>
                </a:lnTo>
                <a:moveTo>
                  <a:pt x="305645" y="0"/>
                </a:moveTo>
                <a:lnTo>
                  <a:pt x="498814" y="37148"/>
                </a:lnTo>
                <a:lnTo>
                  <a:pt x="434401" y="223011"/>
                </a:lnTo>
              </a:path>
            </a:pathLst>
          </a:custGeom>
          <a:noFill/>
          <a:ln w="1371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92407" y="2586838"/>
            <a:ext cx="257511" cy="576067"/>
          </a:xfrm>
          <a:custGeom>
            <a:avLst/>
            <a:gdLst/>
            <a:ahLst/>
            <a:cxnLst/>
            <a:rect l="0" t="0" r="0" b="0"/>
            <a:pathLst>
              <a:path w="257511" h="576067">
                <a:moveTo>
                  <a:pt x="257511" y="148715"/>
                </a:moveTo>
                <a:lnTo>
                  <a:pt x="128755" y="0"/>
                </a:lnTo>
                <a:lnTo>
                  <a:pt x="0" y="148715"/>
                </a:lnTo>
                <a:moveTo>
                  <a:pt x="128766" y="576067"/>
                </a:moveTo>
                <a:lnTo>
                  <a:pt x="128766" y="18283"/>
                </a:lnTo>
              </a:path>
            </a:pathLst>
          </a:custGeom>
          <a:noFill/>
          <a:ln w="1371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93421" y="296451"/>
            <a:ext cx="5312994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rgbClr val="484848"/>
                </a:solidFill>
                <a:latin typeface="Arial Black" panose="020B0A04020102020204" pitchFamily="34" charset="0"/>
              </a:rPr>
              <a:t>Fundamentalism's Perceived Enemies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7819" y="1732267"/>
            <a:ext cx="142821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4E88E7"/>
                </a:solidFill>
                <a:latin typeface="Arial Black" panose="020B0A04020102020204" pitchFamily="34" charset="0"/>
              </a:rPr>
              <a:t>Secular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91" y="1992478"/>
            <a:ext cx="1474763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Roboto"/>
              </a:rPr>
              <a:t>Opposition to
government neutrality
in religious affairs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6736" y="2834914"/>
            <a:ext cx="123912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rgbClr val="1EABDA"/>
                </a:solidFill>
                <a:latin typeface="Arial Black" panose="020B0A04020102020204" pitchFamily="34" charset="0"/>
              </a:rPr>
              <a:t>Imperialism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6469" y="2770906"/>
            <a:ext cx="1229760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3CC583"/>
                </a:solidFill>
                <a:latin typeface="Arial Black" panose="020B0A04020102020204" pitchFamily="34" charset="0"/>
              </a:rPr>
              <a:t>Established
Religions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3520" y="3105694"/>
            <a:ext cx="1441100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Roboto"/>
              </a:rPr>
              <a:t>Resistance to foreign
influence or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1832" y="3244123"/>
            <a:ext cx="291425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484848"/>
                </a:solidFill>
                <a:latin typeface="Roboto"/>
              </a:rPr>
              <a:t>Conflict with traditional</a:t>
            </a:r>
            <a:r>
              <a:rPr lang="en-IN" sz="1200" b="0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0" dirty="0">
                <a:solidFill>
                  <a:srgbClr val="484848"/>
                </a:solidFill>
                <a:latin typeface="Roboto"/>
              </a:rPr>
              <a:t>religious institutions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1447" y="3977914"/>
            <a:ext cx="1524393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rgbClr val="DE58A9"/>
                </a:solidFill>
                <a:latin typeface="Arial Black" panose="020B0A04020102020204" pitchFamily="34" charset="0"/>
              </a:rPr>
              <a:t>Ethno-national
Competition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6469" y="3980182"/>
            <a:ext cx="1312860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E0CB15"/>
                </a:solidFill>
                <a:latin typeface="Arial Black" panose="020B0A04020102020204" pitchFamily="34" charset="0"/>
              </a:rPr>
              <a:t>Civil Society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3294" y="4474156"/>
            <a:ext cx="1176604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Roboto"/>
              </a:rPr>
              <a:t>Rivalry with other
ethnic or national
groups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6469" y="4214470"/>
            <a:ext cx="2547172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484848"/>
                </a:solidFill>
                <a:latin typeface="Roboto"/>
              </a:rPr>
              <a:t>Disagreement with</a:t>
            </a:r>
            <a:r>
              <a:rPr lang="en-IN" sz="1200" b="0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0" dirty="0">
                <a:solidFill>
                  <a:srgbClr val="484848"/>
                </a:solidFill>
                <a:latin typeface="Roboto"/>
              </a:rPr>
              <a:t>non-governmental
organizations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0728" y="4992898"/>
            <a:ext cx="1280800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DE8431"/>
                </a:solidFill>
                <a:latin typeface="Arial Black" panose="020B0A04020102020204" pitchFamily="34" charset="0"/>
              </a:rPr>
              <a:t>Religious
Competition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486" y="5493355"/>
            <a:ext cx="1706434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Roboto"/>
              </a:rPr>
              <a:t>Tension with other
religious groups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0978" y="3309082"/>
            <a:ext cx="637450" cy="635639"/>
          </a:xfrm>
          <a:custGeom>
            <a:avLst/>
            <a:gdLst/>
            <a:ahLst/>
            <a:cxnLst/>
            <a:rect l="0" t="0" r="0" b="0"/>
            <a:pathLst>
              <a:path w="637450" h="635639">
                <a:moveTo>
                  <a:pt x="26929" y="62704"/>
                </a:moveTo>
                <a:lnTo>
                  <a:pt x="323156" y="5225"/>
                </a:lnTo>
                <a:cubicBezTo>
                  <a:pt x="323156" y="5225"/>
                  <a:pt x="350086" y="0"/>
                  <a:pt x="355311" y="26929"/>
                </a:cubicBezTo>
                <a:lnTo>
                  <a:pt x="397114" y="242367"/>
                </a:lnTo>
                <a:cubicBezTo>
                  <a:pt x="397114" y="242367"/>
                  <a:pt x="402339" y="269297"/>
                  <a:pt x="375410" y="274522"/>
                </a:cubicBezTo>
                <a:lnTo>
                  <a:pt x="79183" y="332001"/>
                </a:lnTo>
                <a:cubicBezTo>
                  <a:pt x="79183" y="332001"/>
                  <a:pt x="52253" y="337226"/>
                  <a:pt x="47028" y="310297"/>
                </a:cubicBezTo>
                <a:lnTo>
                  <a:pt x="5225" y="94859"/>
                </a:lnTo>
                <a:cubicBezTo>
                  <a:pt x="5225" y="94859"/>
                  <a:pt x="0" y="67929"/>
                  <a:pt x="26929" y="62704"/>
                </a:cubicBezTo>
                <a:moveTo>
                  <a:pt x="118870" y="168609"/>
                </a:moveTo>
                <a:cubicBezTo>
                  <a:pt x="118870" y="214060"/>
                  <a:pt x="155716" y="250905"/>
                  <a:pt x="201166" y="250905"/>
                </a:cubicBezTo>
                <a:cubicBezTo>
                  <a:pt x="246617" y="250905"/>
                  <a:pt x="283462" y="214060"/>
                  <a:pt x="283462" y="168609"/>
                </a:cubicBezTo>
                <a:cubicBezTo>
                  <a:pt x="283462" y="123158"/>
                  <a:pt x="246617" y="86313"/>
                  <a:pt x="201166" y="86313"/>
                </a:cubicBezTo>
                <a:cubicBezTo>
                  <a:pt x="155716" y="86313"/>
                  <a:pt x="118870" y="123158"/>
                  <a:pt x="118870" y="168609"/>
                </a:cubicBezTo>
                <a:moveTo>
                  <a:pt x="247225" y="100385"/>
                </a:moveTo>
                <a:lnTo>
                  <a:pt x="155136" y="236805"/>
                </a:lnTo>
                <a:moveTo>
                  <a:pt x="227309" y="303245"/>
                </a:moveTo>
                <a:lnTo>
                  <a:pt x="239050" y="363842"/>
                </a:lnTo>
                <a:moveTo>
                  <a:pt x="272188" y="471047"/>
                </a:moveTo>
                <a:cubicBezTo>
                  <a:pt x="272188" y="508922"/>
                  <a:pt x="302892" y="539627"/>
                  <a:pt x="340768" y="539627"/>
                </a:cubicBezTo>
                <a:cubicBezTo>
                  <a:pt x="378644" y="539627"/>
                  <a:pt x="409348" y="508922"/>
                  <a:pt x="409348" y="471047"/>
                </a:cubicBezTo>
                <a:cubicBezTo>
                  <a:pt x="409348" y="433171"/>
                  <a:pt x="378644" y="402467"/>
                  <a:pt x="340768" y="402467"/>
                </a:cubicBezTo>
                <a:cubicBezTo>
                  <a:pt x="302892" y="402467"/>
                  <a:pt x="272188" y="433171"/>
                  <a:pt x="272188" y="471047"/>
                </a:cubicBezTo>
                <a:moveTo>
                  <a:pt x="455626" y="635639"/>
                </a:moveTo>
                <a:cubicBezTo>
                  <a:pt x="428245" y="600986"/>
                  <a:pt x="386510" y="580771"/>
                  <a:pt x="342345" y="580771"/>
                </a:cubicBezTo>
                <a:cubicBezTo>
                  <a:pt x="298181" y="580771"/>
                  <a:pt x="256445" y="600986"/>
                  <a:pt x="229065" y="635639"/>
                </a:cubicBezTo>
                <a:moveTo>
                  <a:pt x="12571" y="443615"/>
                </a:moveTo>
                <a:cubicBezTo>
                  <a:pt x="12571" y="481490"/>
                  <a:pt x="43276" y="512195"/>
                  <a:pt x="81151" y="512195"/>
                </a:cubicBezTo>
                <a:cubicBezTo>
                  <a:pt x="119027" y="512195"/>
                  <a:pt x="149731" y="481490"/>
                  <a:pt x="149731" y="443615"/>
                </a:cubicBezTo>
                <a:cubicBezTo>
                  <a:pt x="149731" y="405739"/>
                  <a:pt x="119027" y="375035"/>
                  <a:pt x="81151" y="375035"/>
                </a:cubicBezTo>
                <a:cubicBezTo>
                  <a:pt x="43276" y="375035"/>
                  <a:pt x="12571" y="405739"/>
                  <a:pt x="12571" y="443615"/>
                </a:cubicBezTo>
                <a:moveTo>
                  <a:pt x="491644" y="443615"/>
                </a:moveTo>
                <a:cubicBezTo>
                  <a:pt x="491644" y="481490"/>
                  <a:pt x="522348" y="512195"/>
                  <a:pt x="560224" y="512195"/>
                </a:cubicBezTo>
                <a:cubicBezTo>
                  <a:pt x="598100" y="512195"/>
                  <a:pt x="628804" y="481490"/>
                  <a:pt x="628804" y="443615"/>
                </a:cubicBezTo>
                <a:cubicBezTo>
                  <a:pt x="628804" y="405739"/>
                  <a:pt x="598100" y="375035"/>
                  <a:pt x="560224" y="375035"/>
                </a:cubicBezTo>
                <a:cubicBezTo>
                  <a:pt x="522348" y="375035"/>
                  <a:pt x="491644" y="405739"/>
                  <a:pt x="491644" y="443615"/>
                </a:cubicBezTo>
                <a:moveTo>
                  <a:pt x="170580" y="591912"/>
                </a:moveTo>
                <a:cubicBezTo>
                  <a:pt x="126820" y="545243"/>
                  <a:pt x="54452" y="540275"/>
                  <a:pt x="4726" y="580528"/>
                </a:cubicBezTo>
                <a:moveTo>
                  <a:pt x="635662" y="579787"/>
                </a:moveTo>
                <a:cubicBezTo>
                  <a:pt x="597872" y="549760"/>
                  <a:pt x="545917" y="544876"/>
                  <a:pt x="503193" y="567333"/>
                </a:cubicBezTo>
                <a:moveTo>
                  <a:pt x="474718" y="99261"/>
                </a:moveTo>
                <a:lnTo>
                  <a:pt x="626829" y="157252"/>
                </a:lnTo>
                <a:cubicBezTo>
                  <a:pt x="633901" y="159951"/>
                  <a:pt x="637450" y="167870"/>
                  <a:pt x="634757" y="174946"/>
                </a:cubicBezTo>
                <a:lnTo>
                  <a:pt x="595666" y="277486"/>
                </a:lnTo>
                <a:cubicBezTo>
                  <a:pt x="592967" y="284559"/>
                  <a:pt x="585047" y="288107"/>
                  <a:pt x="577972" y="285414"/>
                </a:cubicBezTo>
                <a:lnTo>
                  <a:pt x="462758" y="241523"/>
                </a:lnTo>
                <a:moveTo>
                  <a:pt x="501080" y="256089"/>
                </a:moveTo>
                <a:lnTo>
                  <a:pt x="476639" y="320171"/>
                </a:lnTo>
              </a:path>
            </a:pathLst>
          </a:custGeom>
          <a:noFill/>
          <a:ln w="1371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364076" y="2299342"/>
            <a:ext cx="1570007" cy="2338731"/>
          </a:xfrm>
          <a:custGeom>
            <a:avLst/>
            <a:gdLst/>
            <a:ahLst/>
            <a:cxnLst/>
            <a:rect l="0" t="0" r="0" b="0"/>
            <a:pathLst>
              <a:path w="1570007" h="2338731">
                <a:moveTo>
                  <a:pt x="224286" y="2221495"/>
                </a:moveTo>
                <a:cubicBezTo>
                  <a:pt x="224286" y="2266978"/>
                  <a:pt x="250406" y="2303789"/>
                  <a:pt x="286264" y="2321798"/>
                </a:cubicBezTo>
                <a:cubicBezTo>
                  <a:pt x="316113" y="2336788"/>
                  <a:pt x="352709" y="2338731"/>
                  <a:pt x="386586" y="2321798"/>
                </a:cubicBezTo>
                <a:lnTo>
                  <a:pt x="560707" y="2234737"/>
                </a:lnTo>
                <a:lnTo>
                  <a:pt x="510551" y="2209654"/>
                </a:lnTo>
                <a:cubicBezTo>
                  <a:pt x="474693" y="2191646"/>
                  <a:pt x="448573" y="2154835"/>
                  <a:pt x="448573" y="2109351"/>
                </a:cubicBezTo>
                <a:lnTo>
                  <a:pt x="448573" y="1027626"/>
                </a:lnTo>
                <a:cubicBezTo>
                  <a:pt x="448573" y="942668"/>
                  <a:pt x="496570" y="865008"/>
                  <a:pt x="572557" y="827020"/>
                </a:cubicBezTo>
                <a:lnTo>
                  <a:pt x="1407708" y="409435"/>
                </a:lnTo>
                <a:cubicBezTo>
                  <a:pt x="1441584" y="392501"/>
                  <a:pt x="1478180" y="394445"/>
                  <a:pt x="1508029" y="409435"/>
                </a:cubicBezTo>
                <a:lnTo>
                  <a:pt x="1570007" y="440424"/>
                </a:lnTo>
                <a:lnTo>
                  <a:pt x="1570007" y="229389"/>
                </a:lnTo>
                <a:cubicBezTo>
                  <a:pt x="1570007" y="183896"/>
                  <a:pt x="1543887" y="147085"/>
                  <a:pt x="1508029" y="129077"/>
                </a:cubicBezTo>
                <a:cubicBezTo>
                  <a:pt x="1477900" y="114077"/>
                  <a:pt x="1441453" y="112208"/>
                  <a:pt x="1407708" y="129077"/>
                </a:cubicBezTo>
                <a:lnTo>
                  <a:pt x="348270" y="658805"/>
                </a:lnTo>
                <a:cubicBezTo>
                  <a:pt x="272284" y="696793"/>
                  <a:pt x="224286" y="774452"/>
                  <a:pt x="224286" y="859410"/>
                </a:cubicBezTo>
                <a:cubicBezTo>
                  <a:pt x="224286" y="774452"/>
                  <a:pt x="272284" y="696793"/>
                  <a:pt x="348270" y="658805"/>
                </a:cubicBezTo>
                <a:lnTo>
                  <a:pt x="1407708" y="129077"/>
                </a:lnTo>
                <a:cubicBezTo>
                  <a:pt x="1441453" y="112208"/>
                  <a:pt x="1477900" y="114077"/>
                  <a:pt x="1507683" y="128908"/>
                </a:cubicBezTo>
                <a:lnTo>
                  <a:pt x="1283742" y="16933"/>
                </a:lnTo>
                <a:cubicBezTo>
                  <a:pt x="1253894" y="1943"/>
                  <a:pt x="1217297" y="0"/>
                  <a:pt x="1183421" y="16933"/>
                </a:cubicBezTo>
                <a:lnTo>
                  <a:pt x="123983" y="546661"/>
                </a:lnTo>
                <a:cubicBezTo>
                  <a:pt x="47997" y="584650"/>
                  <a:pt x="0" y="662309"/>
                  <a:pt x="0" y="747267"/>
                </a:cubicBezTo>
                <a:lnTo>
                  <a:pt x="0" y="2109351"/>
                </a:lnTo>
                <a:cubicBezTo>
                  <a:pt x="0" y="2154835"/>
                  <a:pt x="26120" y="2191646"/>
                  <a:pt x="61977" y="2209654"/>
                </a:cubicBezTo>
                <a:lnTo>
                  <a:pt x="286264" y="2321798"/>
                </a:lnTo>
                <a:cubicBezTo>
                  <a:pt x="250406" y="2303789"/>
                  <a:pt x="224286" y="2266978"/>
                  <a:pt x="224286" y="2221495"/>
                </a:cubicBezTo>
                <a:moveTo>
                  <a:pt x="1508029" y="129077"/>
                </a:moveTo>
                <a:cubicBezTo>
                  <a:pt x="1507917" y="129020"/>
                  <a:pt x="1507805" y="128964"/>
                  <a:pt x="1507683" y="128908"/>
                </a:cubicBezTo>
              </a:path>
            </a:pathLst>
          </a:custGeom>
          <a:solidFill>
            <a:srgbClr val="D1F4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64076" y="2299340"/>
            <a:ext cx="1570007" cy="2338736"/>
          </a:xfrm>
          <a:custGeom>
            <a:avLst/>
            <a:gdLst/>
            <a:ahLst/>
            <a:cxnLst/>
            <a:rect l="0" t="0" r="0" b="0"/>
            <a:pathLst>
              <a:path w="1570007" h="2338736">
                <a:moveTo>
                  <a:pt x="1183425" y="16939"/>
                </a:moveTo>
                <a:lnTo>
                  <a:pt x="123982" y="546659"/>
                </a:lnTo>
                <a:cubicBezTo>
                  <a:pt x="47998" y="584652"/>
                  <a:pt x="0" y="662315"/>
                  <a:pt x="0" y="747268"/>
                </a:cubicBezTo>
                <a:lnTo>
                  <a:pt x="0" y="2109349"/>
                </a:lnTo>
                <a:cubicBezTo>
                  <a:pt x="0" y="2154840"/>
                  <a:pt x="26121" y="2191652"/>
                  <a:pt x="61973" y="2209654"/>
                </a:cubicBezTo>
                <a:lnTo>
                  <a:pt x="286260" y="2321798"/>
                </a:lnTo>
                <a:cubicBezTo>
                  <a:pt x="250408" y="2303795"/>
                  <a:pt x="224286" y="2266983"/>
                  <a:pt x="224286" y="2221493"/>
                </a:cubicBezTo>
                <a:lnTo>
                  <a:pt x="224286" y="859411"/>
                </a:lnTo>
                <a:cubicBezTo>
                  <a:pt x="224286" y="774458"/>
                  <a:pt x="272285" y="696795"/>
                  <a:pt x="348269" y="658803"/>
                </a:cubicBezTo>
                <a:lnTo>
                  <a:pt x="1407712" y="129081"/>
                </a:lnTo>
                <a:cubicBezTo>
                  <a:pt x="1441457" y="112209"/>
                  <a:pt x="1477898" y="114077"/>
                  <a:pt x="1507684" y="128907"/>
                </a:cubicBezTo>
                <a:lnTo>
                  <a:pt x="1283747" y="16939"/>
                </a:lnTo>
                <a:cubicBezTo>
                  <a:pt x="1253896" y="1949"/>
                  <a:pt x="1217302" y="0"/>
                  <a:pt x="1183425" y="16939"/>
                </a:cubicBezTo>
                <a:close/>
                <a:moveTo>
                  <a:pt x="1508034" y="129081"/>
                </a:moveTo>
                <a:cubicBezTo>
                  <a:pt x="1507917" y="129023"/>
                  <a:pt x="1507801" y="128965"/>
                  <a:pt x="1507684" y="128907"/>
                </a:cubicBezTo>
                <a:close/>
                <a:moveTo>
                  <a:pt x="1407712" y="129081"/>
                </a:moveTo>
                <a:lnTo>
                  <a:pt x="348269" y="658803"/>
                </a:lnTo>
                <a:cubicBezTo>
                  <a:pt x="272285" y="696795"/>
                  <a:pt x="224286" y="774458"/>
                  <a:pt x="224286" y="859411"/>
                </a:cubicBezTo>
                <a:lnTo>
                  <a:pt x="224286" y="2221493"/>
                </a:lnTo>
                <a:cubicBezTo>
                  <a:pt x="224286" y="2266983"/>
                  <a:pt x="250408" y="2303795"/>
                  <a:pt x="286260" y="2321798"/>
                </a:cubicBezTo>
                <a:cubicBezTo>
                  <a:pt x="316110" y="2336787"/>
                  <a:pt x="352704" y="2338736"/>
                  <a:pt x="386581" y="2321798"/>
                </a:cubicBezTo>
                <a:lnTo>
                  <a:pt x="560707" y="2234734"/>
                </a:lnTo>
                <a:lnTo>
                  <a:pt x="510546" y="2209654"/>
                </a:lnTo>
                <a:cubicBezTo>
                  <a:pt x="474695" y="2191652"/>
                  <a:pt x="448573" y="2154840"/>
                  <a:pt x="448573" y="2109349"/>
                </a:cubicBezTo>
                <a:lnTo>
                  <a:pt x="448573" y="1027626"/>
                </a:lnTo>
                <a:cubicBezTo>
                  <a:pt x="448573" y="942673"/>
                  <a:pt x="496571" y="865010"/>
                  <a:pt x="572556" y="827018"/>
                </a:cubicBezTo>
                <a:lnTo>
                  <a:pt x="1407711" y="409441"/>
                </a:lnTo>
                <a:cubicBezTo>
                  <a:pt x="1441589" y="392501"/>
                  <a:pt x="1478183" y="394451"/>
                  <a:pt x="1508034" y="409441"/>
                </a:cubicBezTo>
                <a:lnTo>
                  <a:pt x="1570007" y="440427"/>
                </a:lnTo>
                <a:lnTo>
                  <a:pt x="1570007" y="229386"/>
                </a:lnTo>
                <a:cubicBezTo>
                  <a:pt x="1570007" y="183896"/>
                  <a:pt x="1543884" y="147084"/>
                  <a:pt x="1508034" y="129081"/>
                </a:cubicBezTo>
                <a:lnTo>
                  <a:pt x="1507684" y="128907"/>
                </a:lnTo>
                <a:cubicBezTo>
                  <a:pt x="1477898" y="114077"/>
                  <a:pt x="1441457" y="112209"/>
                  <a:pt x="1407712" y="129081"/>
                </a:cubicBezTo>
                <a:close/>
                <a:moveTo>
                  <a:pt x="1508034" y="129081"/>
                </a:moveTo>
                <a:cubicBezTo>
                  <a:pt x="1507917" y="129023"/>
                  <a:pt x="1507801" y="128965"/>
                  <a:pt x="1507684" y="128907"/>
                </a:cubicBezTo>
              </a:path>
            </a:pathLst>
          </a:custGeom>
          <a:noFill/>
          <a:ln w="1401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12649" y="2691844"/>
            <a:ext cx="1345720" cy="1946229"/>
          </a:xfrm>
          <a:custGeom>
            <a:avLst/>
            <a:gdLst/>
            <a:ahLst/>
            <a:cxnLst/>
            <a:rect l="0" t="0" r="0" b="0"/>
            <a:pathLst>
              <a:path w="1345720" h="1946229">
                <a:moveTo>
                  <a:pt x="224286" y="1828993"/>
                </a:moveTo>
                <a:cubicBezTo>
                  <a:pt x="224286" y="1874476"/>
                  <a:pt x="250406" y="1911287"/>
                  <a:pt x="286264" y="1929296"/>
                </a:cubicBezTo>
                <a:cubicBezTo>
                  <a:pt x="316113" y="1944286"/>
                  <a:pt x="352709" y="1946229"/>
                  <a:pt x="386586" y="1929296"/>
                </a:cubicBezTo>
                <a:lnTo>
                  <a:pt x="560707" y="1842235"/>
                </a:lnTo>
                <a:lnTo>
                  <a:pt x="510551" y="1817152"/>
                </a:lnTo>
                <a:cubicBezTo>
                  <a:pt x="474693" y="1799144"/>
                  <a:pt x="448573" y="1762333"/>
                  <a:pt x="448573" y="1716849"/>
                </a:cubicBezTo>
                <a:lnTo>
                  <a:pt x="448573" y="915482"/>
                </a:lnTo>
                <a:cubicBezTo>
                  <a:pt x="448573" y="830524"/>
                  <a:pt x="496570" y="752865"/>
                  <a:pt x="572557" y="714876"/>
                </a:cubicBezTo>
                <a:lnTo>
                  <a:pt x="1183421" y="409435"/>
                </a:lnTo>
                <a:cubicBezTo>
                  <a:pt x="1217297" y="392501"/>
                  <a:pt x="1253894" y="394445"/>
                  <a:pt x="1283742" y="409435"/>
                </a:cubicBezTo>
                <a:lnTo>
                  <a:pt x="1345720" y="440424"/>
                </a:lnTo>
                <a:lnTo>
                  <a:pt x="1345720" y="229389"/>
                </a:lnTo>
                <a:cubicBezTo>
                  <a:pt x="1345720" y="183896"/>
                  <a:pt x="1319600" y="147085"/>
                  <a:pt x="1283742" y="129077"/>
                </a:cubicBezTo>
                <a:cubicBezTo>
                  <a:pt x="1253613" y="114077"/>
                  <a:pt x="1217167" y="112208"/>
                  <a:pt x="1183421" y="129077"/>
                </a:cubicBezTo>
                <a:lnTo>
                  <a:pt x="348270" y="546661"/>
                </a:lnTo>
                <a:cubicBezTo>
                  <a:pt x="272284" y="584650"/>
                  <a:pt x="224286" y="662309"/>
                  <a:pt x="224286" y="747267"/>
                </a:cubicBezTo>
                <a:cubicBezTo>
                  <a:pt x="224286" y="662309"/>
                  <a:pt x="272284" y="584650"/>
                  <a:pt x="348270" y="546661"/>
                </a:cubicBezTo>
                <a:lnTo>
                  <a:pt x="1183421" y="129077"/>
                </a:lnTo>
                <a:cubicBezTo>
                  <a:pt x="1217167" y="112208"/>
                  <a:pt x="1253613" y="114077"/>
                  <a:pt x="1283397" y="128908"/>
                </a:cubicBezTo>
                <a:lnTo>
                  <a:pt x="1059456" y="16933"/>
                </a:lnTo>
                <a:cubicBezTo>
                  <a:pt x="1029607" y="1943"/>
                  <a:pt x="993011" y="0"/>
                  <a:pt x="959134" y="16933"/>
                </a:cubicBezTo>
                <a:lnTo>
                  <a:pt x="123983" y="434518"/>
                </a:lnTo>
                <a:cubicBezTo>
                  <a:pt x="47997" y="472506"/>
                  <a:pt x="0" y="550166"/>
                  <a:pt x="0" y="635124"/>
                </a:cubicBezTo>
                <a:lnTo>
                  <a:pt x="0" y="1716849"/>
                </a:lnTo>
                <a:cubicBezTo>
                  <a:pt x="0" y="1762333"/>
                  <a:pt x="26120" y="1799144"/>
                  <a:pt x="61977" y="1817152"/>
                </a:cubicBezTo>
                <a:lnTo>
                  <a:pt x="286264" y="1929296"/>
                </a:lnTo>
                <a:cubicBezTo>
                  <a:pt x="250406" y="1911287"/>
                  <a:pt x="224286" y="1874476"/>
                  <a:pt x="224286" y="1828993"/>
                </a:cubicBezTo>
                <a:moveTo>
                  <a:pt x="1283742" y="129077"/>
                </a:moveTo>
                <a:cubicBezTo>
                  <a:pt x="1283630" y="129020"/>
                  <a:pt x="1283518" y="128964"/>
                  <a:pt x="1283397" y="128908"/>
                </a:cubicBezTo>
              </a:path>
            </a:pathLst>
          </a:custGeom>
          <a:solidFill>
            <a:srgbClr val="C8FFE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12649" y="2691842"/>
            <a:ext cx="1345720" cy="1946234"/>
          </a:xfrm>
          <a:custGeom>
            <a:avLst/>
            <a:gdLst/>
            <a:ahLst/>
            <a:cxnLst/>
            <a:rect l="0" t="0" r="0" b="0"/>
            <a:pathLst>
              <a:path w="1345720" h="1946234">
                <a:moveTo>
                  <a:pt x="959138" y="16939"/>
                </a:moveTo>
                <a:lnTo>
                  <a:pt x="123982" y="434516"/>
                </a:lnTo>
                <a:cubicBezTo>
                  <a:pt x="47998" y="472509"/>
                  <a:pt x="0" y="550171"/>
                  <a:pt x="0" y="635125"/>
                </a:cubicBezTo>
                <a:lnTo>
                  <a:pt x="0" y="1716848"/>
                </a:lnTo>
                <a:cubicBezTo>
                  <a:pt x="0" y="1762338"/>
                  <a:pt x="26121" y="1799150"/>
                  <a:pt x="61973" y="1817152"/>
                </a:cubicBezTo>
                <a:lnTo>
                  <a:pt x="286260" y="1929296"/>
                </a:lnTo>
                <a:cubicBezTo>
                  <a:pt x="250408" y="1911293"/>
                  <a:pt x="224286" y="1874481"/>
                  <a:pt x="224286" y="1828991"/>
                </a:cubicBezTo>
                <a:lnTo>
                  <a:pt x="224286" y="747268"/>
                </a:lnTo>
                <a:cubicBezTo>
                  <a:pt x="224286" y="662315"/>
                  <a:pt x="272285" y="584653"/>
                  <a:pt x="348269" y="546659"/>
                </a:cubicBezTo>
                <a:lnTo>
                  <a:pt x="1183424" y="129082"/>
                </a:lnTo>
                <a:cubicBezTo>
                  <a:pt x="1217169" y="112209"/>
                  <a:pt x="1253611" y="114078"/>
                  <a:pt x="1283397" y="128907"/>
                </a:cubicBezTo>
                <a:lnTo>
                  <a:pt x="1059460" y="16939"/>
                </a:lnTo>
                <a:cubicBezTo>
                  <a:pt x="1029610" y="1949"/>
                  <a:pt x="993015" y="0"/>
                  <a:pt x="959138" y="16939"/>
                </a:cubicBezTo>
                <a:close/>
                <a:moveTo>
                  <a:pt x="1283747" y="129082"/>
                </a:moveTo>
                <a:cubicBezTo>
                  <a:pt x="1283630" y="129023"/>
                  <a:pt x="1283514" y="128965"/>
                  <a:pt x="1283397" y="128907"/>
                </a:cubicBezTo>
                <a:close/>
                <a:moveTo>
                  <a:pt x="1183424" y="129081"/>
                </a:moveTo>
                <a:lnTo>
                  <a:pt x="348269" y="546659"/>
                </a:lnTo>
                <a:cubicBezTo>
                  <a:pt x="272285" y="584652"/>
                  <a:pt x="224286" y="662315"/>
                  <a:pt x="224286" y="747268"/>
                </a:cubicBezTo>
                <a:lnTo>
                  <a:pt x="224286" y="1828991"/>
                </a:lnTo>
                <a:cubicBezTo>
                  <a:pt x="224286" y="1874481"/>
                  <a:pt x="250408" y="1911293"/>
                  <a:pt x="286260" y="1929296"/>
                </a:cubicBezTo>
                <a:cubicBezTo>
                  <a:pt x="316110" y="1944285"/>
                  <a:pt x="352704" y="1946234"/>
                  <a:pt x="386582" y="1929296"/>
                </a:cubicBezTo>
                <a:lnTo>
                  <a:pt x="560708" y="1842232"/>
                </a:lnTo>
                <a:lnTo>
                  <a:pt x="510546" y="1817152"/>
                </a:lnTo>
                <a:cubicBezTo>
                  <a:pt x="474695" y="1799150"/>
                  <a:pt x="448573" y="1762338"/>
                  <a:pt x="448573" y="1716848"/>
                </a:cubicBezTo>
                <a:lnTo>
                  <a:pt x="448573" y="915483"/>
                </a:lnTo>
                <a:cubicBezTo>
                  <a:pt x="448573" y="830530"/>
                  <a:pt x="496571" y="752867"/>
                  <a:pt x="572556" y="714874"/>
                </a:cubicBezTo>
                <a:lnTo>
                  <a:pt x="1183424" y="409440"/>
                </a:lnTo>
                <a:cubicBezTo>
                  <a:pt x="1217302" y="392501"/>
                  <a:pt x="1253896" y="394451"/>
                  <a:pt x="1283747" y="409440"/>
                </a:cubicBezTo>
                <a:lnTo>
                  <a:pt x="1345720" y="440427"/>
                </a:lnTo>
                <a:lnTo>
                  <a:pt x="1345720" y="229386"/>
                </a:lnTo>
                <a:cubicBezTo>
                  <a:pt x="1345720" y="183896"/>
                  <a:pt x="1319598" y="147084"/>
                  <a:pt x="1283747" y="129081"/>
                </a:cubicBezTo>
                <a:lnTo>
                  <a:pt x="1283397" y="128907"/>
                </a:lnTo>
                <a:cubicBezTo>
                  <a:pt x="1253611" y="114077"/>
                  <a:pt x="1217169" y="112209"/>
                  <a:pt x="1183424" y="129081"/>
                </a:cubicBezTo>
                <a:close/>
                <a:moveTo>
                  <a:pt x="1283747" y="129081"/>
                </a:moveTo>
                <a:cubicBezTo>
                  <a:pt x="1283630" y="129023"/>
                  <a:pt x="1283514" y="128965"/>
                  <a:pt x="1283397" y="128907"/>
                </a:cubicBezTo>
              </a:path>
            </a:pathLst>
          </a:custGeom>
          <a:noFill/>
          <a:ln w="1401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61223" y="3084346"/>
            <a:ext cx="1121433" cy="1553728"/>
          </a:xfrm>
          <a:custGeom>
            <a:avLst/>
            <a:gdLst/>
            <a:ahLst/>
            <a:cxnLst/>
            <a:rect l="0" t="0" r="0" b="0"/>
            <a:pathLst>
              <a:path w="1121433" h="1553728">
                <a:moveTo>
                  <a:pt x="224286" y="1436491"/>
                </a:moveTo>
                <a:cubicBezTo>
                  <a:pt x="224286" y="1481974"/>
                  <a:pt x="250406" y="1518786"/>
                  <a:pt x="286264" y="1536794"/>
                </a:cubicBezTo>
                <a:cubicBezTo>
                  <a:pt x="316113" y="1551784"/>
                  <a:pt x="352709" y="1553728"/>
                  <a:pt x="386586" y="1536794"/>
                </a:cubicBezTo>
                <a:lnTo>
                  <a:pt x="560707" y="1449733"/>
                </a:lnTo>
                <a:lnTo>
                  <a:pt x="510551" y="1424651"/>
                </a:lnTo>
                <a:cubicBezTo>
                  <a:pt x="474693" y="1406642"/>
                  <a:pt x="448573" y="1369831"/>
                  <a:pt x="448573" y="1324348"/>
                </a:cubicBezTo>
                <a:lnTo>
                  <a:pt x="448573" y="803339"/>
                </a:lnTo>
                <a:cubicBezTo>
                  <a:pt x="448573" y="718381"/>
                  <a:pt x="496570" y="640721"/>
                  <a:pt x="572557" y="602733"/>
                </a:cubicBezTo>
                <a:lnTo>
                  <a:pt x="959134" y="409435"/>
                </a:lnTo>
                <a:cubicBezTo>
                  <a:pt x="993011" y="392501"/>
                  <a:pt x="1029607" y="394445"/>
                  <a:pt x="1059456" y="409435"/>
                </a:cubicBezTo>
                <a:lnTo>
                  <a:pt x="1121433" y="440424"/>
                </a:lnTo>
                <a:lnTo>
                  <a:pt x="1121433" y="229389"/>
                </a:lnTo>
                <a:cubicBezTo>
                  <a:pt x="1121433" y="183896"/>
                  <a:pt x="1095313" y="147085"/>
                  <a:pt x="1059456" y="129077"/>
                </a:cubicBezTo>
                <a:cubicBezTo>
                  <a:pt x="1029326" y="114077"/>
                  <a:pt x="992880" y="112208"/>
                  <a:pt x="959134" y="129077"/>
                </a:cubicBezTo>
                <a:lnTo>
                  <a:pt x="348270" y="434518"/>
                </a:lnTo>
                <a:cubicBezTo>
                  <a:pt x="272284" y="472506"/>
                  <a:pt x="224286" y="550166"/>
                  <a:pt x="224286" y="635124"/>
                </a:cubicBezTo>
                <a:cubicBezTo>
                  <a:pt x="224286" y="550166"/>
                  <a:pt x="272284" y="472506"/>
                  <a:pt x="348270" y="434518"/>
                </a:cubicBezTo>
                <a:lnTo>
                  <a:pt x="959134" y="129077"/>
                </a:lnTo>
                <a:cubicBezTo>
                  <a:pt x="992880" y="112208"/>
                  <a:pt x="1029326" y="114077"/>
                  <a:pt x="1059110" y="128908"/>
                </a:cubicBezTo>
                <a:lnTo>
                  <a:pt x="835169" y="16933"/>
                </a:lnTo>
                <a:cubicBezTo>
                  <a:pt x="805320" y="1943"/>
                  <a:pt x="768724" y="0"/>
                  <a:pt x="734847" y="16933"/>
                </a:cubicBezTo>
                <a:lnTo>
                  <a:pt x="123983" y="322374"/>
                </a:lnTo>
                <a:cubicBezTo>
                  <a:pt x="47997" y="360363"/>
                  <a:pt x="0" y="438022"/>
                  <a:pt x="0" y="522980"/>
                </a:cubicBezTo>
                <a:lnTo>
                  <a:pt x="0" y="1324348"/>
                </a:lnTo>
                <a:cubicBezTo>
                  <a:pt x="0" y="1369831"/>
                  <a:pt x="26120" y="1406642"/>
                  <a:pt x="61977" y="1424651"/>
                </a:cubicBezTo>
                <a:lnTo>
                  <a:pt x="286264" y="1536794"/>
                </a:lnTo>
                <a:cubicBezTo>
                  <a:pt x="250406" y="1518786"/>
                  <a:pt x="224286" y="1481974"/>
                  <a:pt x="224286" y="1436491"/>
                </a:cubicBezTo>
                <a:moveTo>
                  <a:pt x="1059456" y="129077"/>
                </a:moveTo>
                <a:cubicBezTo>
                  <a:pt x="1059343" y="129020"/>
                  <a:pt x="1059231" y="128964"/>
                  <a:pt x="1059110" y="128908"/>
                </a:cubicBezTo>
              </a:path>
            </a:pathLst>
          </a:custGeom>
          <a:solidFill>
            <a:srgbClr val="E9FFB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61223" y="3084344"/>
            <a:ext cx="1121433" cy="1553732"/>
          </a:xfrm>
          <a:custGeom>
            <a:avLst/>
            <a:gdLst/>
            <a:ahLst/>
            <a:cxnLst/>
            <a:rect l="0" t="0" r="0" b="0"/>
            <a:pathLst>
              <a:path w="1121433" h="1553732">
                <a:moveTo>
                  <a:pt x="734851" y="16939"/>
                </a:moveTo>
                <a:lnTo>
                  <a:pt x="123982" y="322373"/>
                </a:lnTo>
                <a:cubicBezTo>
                  <a:pt x="47998" y="360366"/>
                  <a:pt x="0" y="438028"/>
                  <a:pt x="0" y="522981"/>
                </a:cubicBezTo>
                <a:lnTo>
                  <a:pt x="0" y="1324346"/>
                </a:lnTo>
                <a:cubicBezTo>
                  <a:pt x="0" y="1369836"/>
                  <a:pt x="26121" y="1406648"/>
                  <a:pt x="61973" y="1424651"/>
                </a:cubicBezTo>
                <a:lnTo>
                  <a:pt x="286260" y="1536794"/>
                </a:lnTo>
                <a:cubicBezTo>
                  <a:pt x="250408" y="1518791"/>
                  <a:pt x="224286" y="1481979"/>
                  <a:pt x="224286" y="1436489"/>
                </a:cubicBezTo>
                <a:lnTo>
                  <a:pt x="224286" y="635125"/>
                </a:lnTo>
                <a:cubicBezTo>
                  <a:pt x="224286" y="550171"/>
                  <a:pt x="272285" y="472509"/>
                  <a:pt x="348269" y="434516"/>
                </a:cubicBezTo>
                <a:lnTo>
                  <a:pt x="959138" y="129082"/>
                </a:lnTo>
                <a:cubicBezTo>
                  <a:pt x="992883" y="112209"/>
                  <a:pt x="1029324" y="114078"/>
                  <a:pt x="1059111" y="128907"/>
                </a:cubicBezTo>
                <a:lnTo>
                  <a:pt x="835173" y="16939"/>
                </a:lnTo>
                <a:cubicBezTo>
                  <a:pt x="805323" y="1949"/>
                  <a:pt x="768728" y="0"/>
                  <a:pt x="734851" y="16939"/>
                </a:cubicBezTo>
                <a:close/>
                <a:moveTo>
                  <a:pt x="1059460" y="129082"/>
                </a:moveTo>
                <a:cubicBezTo>
                  <a:pt x="1059343" y="129023"/>
                  <a:pt x="1059228" y="128965"/>
                  <a:pt x="1059111" y="128907"/>
                </a:cubicBezTo>
                <a:close/>
                <a:moveTo>
                  <a:pt x="959138" y="129081"/>
                </a:moveTo>
                <a:lnTo>
                  <a:pt x="348269" y="434516"/>
                </a:lnTo>
                <a:cubicBezTo>
                  <a:pt x="272285" y="472508"/>
                  <a:pt x="224286" y="550171"/>
                  <a:pt x="224286" y="635125"/>
                </a:cubicBezTo>
                <a:lnTo>
                  <a:pt x="224286" y="1436489"/>
                </a:lnTo>
                <a:cubicBezTo>
                  <a:pt x="224286" y="1481979"/>
                  <a:pt x="250408" y="1518791"/>
                  <a:pt x="286260" y="1536794"/>
                </a:cubicBezTo>
                <a:cubicBezTo>
                  <a:pt x="316110" y="1551783"/>
                  <a:pt x="352704" y="1553732"/>
                  <a:pt x="386582" y="1536794"/>
                </a:cubicBezTo>
                <a:lnTo>
                  <a:pt x="560707" y="1449730"/>
                </a:lnTo>
                <a:lnTo>
                  <a:pt x="510546" y="1424651"/>
                </a:lnTo>
                <a:cubicBezTo>
                  <a:pt x="474695" y="1406648"/>
                  <a:pt x="448573" y="1369837"/>
                  <a:pt x="448573" y="1324347"/>
                </a:cubicBezTo>
                <a:lnTo>
                  <a:pt x="448573" y="803340"/>
                </a:lnTo>
                <a:cubicBezTo>
                  <a:pt x="448573" y="718386"/>
                  <a:pt x="496571" y="640723"/>
                  <a:pt x="572556" y="602731"/>
                </a:cubicBezTo>
                <a:lnTo>
                  <a:pt x="959139" y="409440"/>
                </a:lnTo>
                <a:cubicBezTo>
                  <a:pt x="993015" y="392501"/>
                  <a:pt x="1029610" y="394451"/>
                  <a:pt x="1059460" y="409440"/>
                </a:cubicBezTo>
                <a:lnTo>
                  <a:pt x="1121433" y="440427"/>
                </a:lnTo>
                <a:lnTo>
                  <a:pt x="1121433" y="229386"/>
                </a:lnTo>
                <a:cubicBezTo>
                  <a:pt x="1121433" y="183896"/>
                  <a:pt x="1095312" y="147084"/>
                  <a:pt x="1059460" y="129081"/>
                </a:cubicBezTo>
                <a:lnTo>
                  <a:pt x="1059111" y="128907"/>
                </a:lnTo>
                <a:cubicBezTo>
                  <a:pt x="1029324" y="114077"/>
                  <a:pt x="992883" y="112209"/>
                  <a:pt x="959138" y="129081"/>
                </a:cubicBezTo>
                <a:close/>
                <a:moveTo>
                  <a:pt x="1059460" y="129081"/>
                </a:moveTo>
                <a:cubicBezTo>
                  <a:pt x="1059343" y="129023"/>
                  <a:pt x="1059228" y="128965"/>
                  <a:pt x="1059111" y="128907"/>
                </a:cubicBezTo>
              </a:path>
            </a:pathLst>
          </a:custGeom>
          <a:noFill/>
          <a:ln w="1401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09796" y="3476848"/>
            <a:ext cx="897147" cy="1161226"/>
          </a:xfrm>
          <a:custGeom>
            <a:avLst/>
            <a:gdLst/>
            <a:ahLst/>
            <a:cxnLst/>
            <a:rect l="0" t="0" r="0" b="0"/>
            <a:pathLst>
              <a:path w="897147" h="1161226">
                <a:moveTo>
                  <a:pt x="224286" y="1043989"/>
                </a:moveTo>
                <a:cubicBezTo>
                  <a:pt x="224286" y="1089473"/>
                  <a:pt x="250406" y="1126293"/>
                  <a:pt x="286264" y="1144292"/>
                </a:cubicBezTo>
                <a:cubicBezTo>
                  <a:pt x="316113" y="1159282"/>
                  <a:pt x="352709" y="1161226"/>
                  <a:pt x="386586" y="1144292"/>
                </a:cubicBezTo>
                <a:lnTo>
                  <a:pt x="560707" y="1057231"/>
                </a:lnTo>
                <a:lnTo>
                  <a:pt x="510551" y="1032149"/>
                </a:lnTo>
                <a:cubicBezTo>
                  <a:pt x="474693" y="1014150"/>
                  <a:pt x="448573" y="977329"/>
                  <a:pt x="448573" y="931846"/>
                </a:cubicBezTo>
                <a:lnTo>
                  <a:pt x="448573" y="691195"/>
                </a:lnTo>
                <a:cubicBezTo>
                  <a:pt x="448573" y="606237"/>
                  <a:pt x="496570" y="528578"/>
                  <a:pt x="572557" y="490589"/>
                </a:cubicBezTo>
                <a:lnTo>
                  <a:pt x="734847" y="409435"/>
                </a:lnTo>
                <a:cubicBezTo>
                  <a:pt x="768724" y="392501"/>
                  <a:pt x="805320" y="394445"/>
                  <a:pt x="835169" y="409435"/>
                </a:cubicBezTo>
                <a:lnTo>
                  <a:pt x="897147" y="440424"/>
                </a:lnTo>
                <a:lnTo>
                  <a:pt x="897147" y="229379"/>
                </a:lnTo>
                <a:cubicBezTo>
                  <a:pt x="897147" y="183896"/>
                  <a:pt x="871027" y="147085"/>
                  <a:pt x="835169" y="129077"/>
                </a:cubicBezTo>
                <a:cubicBezTo>
                  <a:pt x="805040" y="114077"/>
                  <a:pt x="768593" y="112208"/>
                  <a:pt x="734847" y="129077"/>
                </a:cubicBezTo>
                <a:lnTo>
                  <a:pt x="348270" y="322374"/>
                </a:lnTo>
                <a:cubicBezTo>
                  <a:pt x="272284" y="360363"/>
                  <a:pt x="224286" y="438022"/>
                  <a:pt x="224286" y="522980"/>
                </a:cubicBezTo>
                <a:cubicBezTo>
                  <a:pt x="224286" y="438022"/>
                  <a:pt x="272284" y="360363"/>
                  <a:pt x="348270" y="322374"/>
                </a:cubicBezTo>
                <a:lnTo>
                  <a:pt x="734847" y="129077"/>
                </a:lnTo>
                <a:cubicBezTo>
                  <a:pt x="768593" y="112208"/>
                  <a:pt x="805040" y="114077"/>
                  <a:pt x="834823" y="128908"/>
                </a:cubicBezTo>
                <a:lnTo>
                  <a:pt x="610882" y="16933"/>
                </a:lnTo>
                <a:cubicBezTo>
                  <a:pt x="581033" y="1943"/>
                  <a:pt x="544437" y="0"/>
                  <a:pt x="510560" y="16933"/>
                </a:cubicBezTo>
                <a:lnTo>
                  <a:pt x="123983" y="210231"/>
                </a:lnTo>
                <a:cubicBezTo>
                  <a:pt x="47997" y="248220"/>
                  <a:pt x="0" y="325879"/>
                  <a:pt x="0" y="410837"/>
                </a:cubicBezTo>
                <a:lnTo>
                  <a:pt x="0" y="931846"/>
                </a:lnTo>
                <a:cubicBezTo>
                  <a:pt x="0" y="977329"/>
                  <a:pt x="26120" y="1014140"/>
                  <a:pt x="61977" y="1032149"/>
                </a:cubicBezTo>
                <a:lnTo>
                  <a:pt x="286264" y="1144292"/>
                </a:lnTo>
                <a:cubicBezTo>
                  <a:pt x="250406" y="1126284"/>
                  <a:pt x="224286" y="1089473"/>
                  <a:pt x="224286" y="1043989"/>
                </a:cubicBezTo>
                <a:moveTo>
                  <a:pt x="835169" y="129077"/>
                </a:moveTo>
                <a:cubicBezTo>
                  <a:pt x="835057" y="129020"/>
                  <a:pt x="834944" y="128964"/>
                  <a:pt x="834823" y="128908"/>
                </a:cubicBez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09796" y="3476846"/>
            <a:ext cx="897147" cy="1161230"/>
          </a:xfrm>
          <a:custGeom>
            <a:avLst/>
            <a:gdLst/>
            <a:ahLst/>
            <a:cxnLst/>
            <a:rect l="0" t="0" r="0" b="0"/>
            <a:pathLst>
              <a:path w="897147" h="1161230">
                <a:moveTo>
                  <a:pt x="510565" y="16939"/>
                </a:moveTo>
                <a:lnTo>
                  <a:pt x="123982" y="210229"/>
                </a:lnTo>
                <a:cubicBezTo>
                  <a:pt x="47998" y="248222"/>
                  <a:pt x="0" y="325884"/>
                  <a:pt x="0" y="410838"/>
                </a:cubicBezTo>
                <a:lnTo>
                  <a:pt x="0" y="931845"/>
                </a:lnTo>
                <a:cubicBezTo>
                  <a:pt x="0" y="977335"/>
                  <a:pt x="26121" y="1014146"/>
                  <a:pt x="61973" y="1032149"/>
                </a:cubicBezTo>
                <a:lnTo>
                  <a:pt x="286260" y="1144292"/>
                </a:lnTo>
                <a:cubicBezTo>
                  <a:pt x="250408" y="1126289"/>
                  <a:pt x="224286" y="1089478"/>
                  <a:pt x="224286" y="1043988"/>
                </a:cubicBezTo>
                <a:lnTo>
                  <a:pt x="224286" y="522981"/>
                </a:lnTo>
                <a:cubicBezTo>
                  <a:pt x="224286" y="438028"/>
                  <a:pt x="272285" y="360366"/>
                  <a:pt x="348269" y="322373"/>
                </a:cubicBezTo>
                <a:lnTo>
                  <a:pt x="734852" y="129082"/>
                </a:lnTo>
                <a:cubicBezTo>
                  <a:pt x="768596" y="112209"/>
                  <a:pt x="805038" y="114077"/>
                  <a:pt x="834824" y="128906"/>
                </a:cubicBezTo>
                <a:lnTo>
                  <a:pt x="610887" y="16939"/>
                </a:lnTo>
                <a:cubicBezTo>
                  <a:pt x="581036" y="1949"/>
                  <a:pt x="544442" y="0"/>
                  <a:pt x="510565" y="16939"/>
                </a:cubicBezTo>
                <a:close/>
                <a:moveTo>
                  <a:pt x="835173" y="129082"/>
                </a:moveTo>
                <a:cubicBezTo>
                  <a:pt x="835057" y="129023"/>
                  <a:pt x="834941" y="128965"/>
                  <a:pt x="834824" y="128906"/>
                </a:cubicBezTo>
                <a:close/>
                <a:moveTo>
                  <a:pt x="734852" y="129082"/>
                </a:moveTo>
                <a:lnTo>
                  <a:pt x="348269" y="322373"/>
                </a:lnTo>
                <a:cubicBezTo>
                  <a:pt x="272285" y="360366"/>
                  <a:pt x="224286" y="438028"/>
                  <a:pt x="224286" y="522981"/>
                </a:cubicBezTo>
                <a:lnTo>
                  <a:pt x="224286" y="1043988"/>
                </a:lnTo>
                <a:cubicBezTo>
                  <a:pt x="224286" y="1089478"/>
                  <a:pt x="250408" y="1126290"/>
                  <a:pt x="286260" y="1144292"/>
                </a:cubicBezTo>
                <a:cubicBezTo>
                  <a:pt x="316110" y="1159281"/>
                  <a:pt x="352704" y="1161230"/>
                  <a:pt x="386581" y="1144292"/>
                </a:cubicBezTo>
                <a:lnTo>
                  <a:pt x="560707" y="1057229"/>
                </a:lnTo>
                <a:lnTo>
                  <a:pt x="510546" y="1032149"/>
                </a:lnTo>
                <a:cubicBezTo>
                  <a:pt x="474695" y="1014147"/>
                  <a:pt x="448573" y="977335"/>
                  <a:pt x="448573" y="931845"/>
                </a:cubicBezTo>
                <a:lnTo>
                  <a:pt x="448573" y="691196"/>
                </a:lnTo>
                <a:cubicBezTo>
                  <a:pt x="448573" y="606243"/>
                  <a:pt x="496571" y="528581"/>
                  <a:pt x="572556" y="490588"/>
                </a:cubicBezTo>
                <a:lnTo>
                  <a:pt x="734852" y="409441"/>
                </a:lnTo>
                <a:cubicBezTo>
                  <a:pt x="768728" y="392501"/>
                  <a:pt x="805323" y="394451"/>
                  <a:pt x="835173" y="409441"/>
                </a:cubicBezTo>
                <a:lnTo>
                  <a:pt x="897147" y="440427"/>
                </a:lnTo>
                <a:lnTo>
                  <a:pt x="897147" y="229386"/>
                </a:lnTo>
                <a:cubicBezTo>
                  <a:pt x="897147" y="183896"/>
                  <a:pt x="871025" y="147084"/>
                  <a:pt x="835173" y="129082"/>
                </a:cubicBezTo>
                <a:lnTo>
                  <a:pt x="834824" y="128907"/>
                </a:lnTo>
                <a:cubicBezTo>
                  <a:pt x="805038" y="114077"/>
                  <a:pt x="768596" y="112209"/>
                  <a:pt x="734852" y="129082"/>
                </a:cubicBezTo>
                <a:close/>
                <a:moveTo>
                  <a:pt x="835173" y="129082"/>
                </a:moveTo>
                <a:cubicBezTo>
                  <a:pt x="835057" y="129023"/>
                  <a:pt x="834941" y="128965"/>
                  <a:pt x="834824" y="128907"/>
                </a:cubicBezTo>
              </a:path>
            </a:pathLst>
          </a:custGeom>
          <a:noFill/>
          <a:ln w="1401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58370" y="3869350"/>
            <a:ext cx="672860" cy="768724"/>
          </a:xfrm>
          <a:custGeom>
            <a:avLst/>
            <a:gdLst/>
            <a:ahLst/>
            <a:cxnLst/>
            <a:rect l="0" t="0" r="0" b="0"/>
            <a:pathLst>
              <a:path w="672860" h="768724">
                <a:moveTo>
                  <a:pt x="224286" y="651487"/>
                </a:moveTo>
                <a:cubicBezTo>
                  <a:pt x="224286" y="696980"/>
                  <a:pt x="250416" y="733800"/>
                  <a:pt x="286274" y="751799"/>
                </a:cubicBezTo>
                <a:cubicBezTo>
                  <a:pt x="316122" y="766780"/>
                  <a:pt x="352709" y="768724"/>
                  <a:pt x="386586" y="751790"/>
                </a:cubicBezTo>
                <a:lnTo>
                  <a:pt x="548876" y="670636"/>
                </a:lnTo>
                <a:cubicBezTo>
                  <a:pt x="624863" y="632647"/>
                  <a:pt x="672860" y="554988"/>
                  <a:pt x="672860" y="470030"/>
                </a:cubicBezTo>
                <a:lnTo>
                  <a:pt x="672860" y="229379"/>
                </a:lnTo>
                <a:cubicBezTo>
                  <a:pt x="672860" y="183896"/>
                  <a:pt x="646740" y="147085"/>
                  <a:pt x="610882" y="129077"/>
                </a:cubicBezTo>
                <a:cubicBezTo>
                  <a:pt x="610770" y="129020"/>
                  <a:pt x="610658" y="128964"/>
                  <a:pt x="610536" y="128908"/>
                </a:cubicBezTo>
                <a:cubicBezTo>
                  <a:pt x="580753" y="114077"/>
                  <a:pt x="544306" y="112208"/>
                  <a:pt x="510560" y="129077"/>
                </a:cubicBezTo>
                <a:lnTo>
                  <a:pt x="348270" y="210231"/>
                </a:lnTo>
                <a:cubicBezTo>
                  <a:pt x="272284" y="248220"/>
                  <a:pt x="224286" y="325879"/>
                  <a:pt x="224286" y="410837"/>
                </a:cubicBezTo>
                <a:cubicBezTo>
                  <a:pt x="224286" y="325879"/>
                  <a:pt x="272284" y="248220"/>
                  <a:pt x="348270" y="210231"/>
                </a:cubicBezTo>
                <a:lnTo>
                  <a:pt x="510560" y="129077"/>
                </a:lnTo>
                <a:cubicBezTo>
                  <a:pt x="544306" y="112208"/>
                  <a:pt x="580753" y="114077"/>
                  <a:pt x="610536" y="128908"/>
                </a:cubicBezTo>
                <a:lnTo>
                  <a:pt x="386595" y="16933"/>
                </a:lnTo>
                <a:cubicBezTo>
                  <a:pt x="356746" y="1943"/>
                  <a:pt x="320150" y="0"/>
                  <a:pt x="286274" y="16933"/>
                </a:cubicBezTo>
                <a:lnTo>
                  <a:pt x="123983" y="98088"/>
                </a:lnTo>
                <a:cubicBezTo>
                  <a:pt x="47997" y="136076"/>
                  <a:pt x="0" y="213735"/>
                  <a:pt x="0" y="298693"/>
                </a:cubicBezTo>
                <a:lnTo>
                  <a:pt x="0" y="539344"/>
                </a:lnTo>
                <a:cubicBezTo>
                  <a:pt x="0" y="584827"/>
                  <a:pt x="26120" y="621638"/>
                  <a:pt x="61977" y="639647"/>
                </a:cubicBezTo>
                <a:lnTo>
                  <a:pt x="286274" y="751799"/>
                </a:lnTo>
                <a:cubicBezTo>
                  <a:pt x="250416" y="733800"/>
                  <a:pt x="224286" y="696980"/>
                  <a:pt x="224286" y="651487"/>
                </a:cubicBezTo>
                <a:moveTo>
                  <a:pt x="610882" y="129077"/>
                </a:moveTo>
                <a:cubicBezTo>
                  <a:pt x="610770" y="129020"/>
                  <a:pt x="610658" y="128964"/>
                  <a:pt x="610536" y="128908"/>
                </a:cubicBez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58370" y="3869348"/>
            <a:ext cx="672860" cy="768726"/>
          </a:xfrm>
          <a:custGeom>
            <a:avLst/>
            <a:gdLst/>
            <a:ahLst/>
            <a:cxnLst/>
            <a:rect l="0" t="0" r="0" b="0"/>
            <a:pathLst>
              <a:path w="672860" h="768726">
                <a:moveTo>
                  <a:pt x="286278" y="16939"/>
                </a:moveTo>
                <a:lnTo>
                  <a:pt x="123982" y="98086"/>
                </a:lnTo>
                <a:cubicBezTo>
                  <a:pt x="47998" y="136079"/>
                  <a:pt x="0" y="213741"/>
                  <a:pt x="0" y="298694"/>
                </a:cubicBezTo>
                <a:lnTo>
                  <a:pt x="0" y="539343"/>
                </a:lnTo>
                <a:cubicBezTo>
                  <a:pt x="0" y="584833"/>
                  <a:pt x="26121" y="621644"/>
                  <a:pt x="61973" y="639647"/>
                </a:cubicBezTo>
                <a:lnTo>
                  <a:pt x="286278" y="751799"/>
                </a:lnTo>
                <a:cubicBezTo>
                  <a:pt x="250418" y="733800"/>
                  <a:pt x="224286" y="696984"/>
                  <a:pt x="224286" y="651486"/>
                </a:cubicBezTo>
                <a:lnTo>
                  <a:pt x="224286" y="410838"/>
                </a:lnTo>
                <a:cubicBezTo>
                  <a:pt x="224286" y="325884"/>
                  <a:pt x="272285" y="248222"/>
                  <a:pt x="348269" y="210229"/>
                </a:cubicBezTo>
                <a:lnTo>
                  <a:pt x="510565" y="129082"/>
                </a:lnTo>
                <a:cubicBezTo>
                  <a:pt x="544310" y="112209"/>
                  <a:pt x="580751" y="114078"/>
                  <a:pt x="610537" y="128907"/>
                </a:cubicBezTo>
                <a:lnTo>
                  <a:pt x="386600" y="16939"/>
                </a:lnTo>
                <a:cubicBezTo>
                  <a:pt x="356749" y="1949"/>
                  <a:pt x="320155" y="0"/>
                  <a:pt x="286278" y="16939"/>
                </a:cubicBezTo>
                <a:close/>
                <a:moveTo>
                  <a:pt x="610887" y="129082"/>
                </a:moveTo>
                <a:lnTo>
                  <a:pt x="610537" y="128907"/>
                </a:lnTo>
                <a:cubicBezTo>
                  <a:pt x="610654" y="128965"/>
                  <a:pt x="610770" y="129023"/>
                  <a:pt x="610887" y="129082"/>
                </a:cubicBezTo>
                <a:close/>
                <a:moveTo>
                  <a:pt x="224286" y="410838"/>
                </a:moveTo>
                <a:cubicBezTo>
                  <a:pt x="224286" y="325884"/>
                  <a:pt x="272285" y="248221"/>
                  <a:pt x="348269" y="210229"/>
                </a:cubicBezTo>
                <a:lnTo>
                  <a:pt x="510565" y="129081"/>
                </a:lnTo>
                <a:cubicBezTo>
                  <a:pt x="544310" y="112209"/>
                  <a:pt x="580751" y="114077"/>
                  <a:pt x="610537" y="128907"/>
                </a:cubicBezTo>
                <a:cubicBezTo>
                  <a:pt x="610654" y="128965"/>
                  <a:pt x="610770" y="129023"/>
                  <a:pt x="610887" y="129081"/>
                </a:cubicBezTo>
                <a:cubicBezTo>
                  <a:pt x="646738" y="147084"/>
                  <a:pt x="672860" y="183896"/>
                  <a:pt x="672860" y="229386"/>
                </a:cubicBezTo>
                <a:lnTo>
                  <a:pt x="672860" y="470035"/>
                </a:lnTo>
                <a:cubicBezTo>
                  <a:pt x="672860" y="554988"/>
                  <a:pt x="624862" y="632650"/>
                  <a:pt x="548877" y="670642"/>
                </a:cubicBezTo>
                <a:lnTo>
                  <a:pt x="386581" y="751790"/>
                </a:lnTo>
                <a:cubicBezTo>
                  <a:pt x="352711" y="768726"/>
                  <a:pt x="316125" y="766780"/>
                  <a:pt x="286278" y="751799"/>
                </a:cubicBezTo>
                <a:cubicBezTo>
                  <a:pt x="250418" y="733800"/>
                  <a:pt x="224286" y="696984"/>
                  <a:pt x="224286" y="651486"/>
                </a:cubicBezTo>
                <a:lnTo>
                  <a:pt x="224286" y="410838"/>
                </a:lnTo>
                <a:close/>
                <a:moveTo>
                  <a:pt x="610887" y="129081"/>
                </a:moveTo>
                <a:lnTo>
                  <a:pt x="610537" y="128907"/>
                </a:lnTo>
              </a:path>
            </a:pathLst>
          </a:custGeom>
          <a:noFill/>
          <a:ln w="1401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39599" y="194889"/>
            <a:ext cx="3730188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rgbClr val="484848"/>
                </a:solidFill>
                <a:latin typeface="Arial Black" panose="020B0A04020102020204" pitchFamily="34" charset="0"/>
              </a:rPr>
              <a:t>Fundamentalist Strategies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536" y="1935157"/>
            <a:ext cx="1639873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rgbClr val="1EABDA"/>
                </a:solidFill>
                <a:latin typeface="Arial Black" panose="020B0A04020102020204" pitchFamily="34" charset="0"/>
              </a:rPr>
              <a:t>Renouncing the
World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4925" y="1935157"/>
            <a:ext cx="937308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3CC583"/>
                </a:solidFill>
                <a:latin typeface="Arial Black" panose="020B0A04020102020204" pitchFamily="34" charset="0"/>
              </a:rPr>
              <a:t>Creating
Enclaves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555" y="2495874"/>
            <a:ext cx="1821864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dirty="0">
                <a:solidFill>
                  <a:srgbClr val="484848"/>
                </a:solidFill>
                <a:latin typeface="Shantell Sans"/>
              </a:rPr>
              <a:t>Focusing on self-
protection and
niche strategies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4925" y="2495874"/>
            <a:ext cx="1154291" cy="8242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84848"/>
                </a:solidFill>
                <a:latin typeface="Shantell Sans"/>
              </a:rPr>
              <a:t>Establishing
isolated
communities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3823" y="3280877"/>
            <a:ext cx="1176605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rgbClr val="92BD39"/>
                </a:solidFill>
                <a:latin typeface="Arial Black" panose="020B0A04020102020204" pitchFamily="34" charset="0"/>
              </a:rPr>
              <a:t>Influencing
Society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19" y="3274953"/>
            <a:ext cx="1195840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E0CB15"/>
                </a:solidFill>
                <a:latin typeface="Arial Black" panose="020B0A04020102020204" pitchFamily="34" charset="0"/>
              </a:rPr>
              <a:t>Conquering
Structures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257" y="3841594"/>
            <a:ext cx="1317105" cy="8242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484848"/>
                </a:solidFill>
                <a:latin typeface="Shantell Sans"/>
              </a:rPr>
              <a:t>Exerting
influence on
societal norms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4925" y="3841594"/>
            <a:ext cx="1467863" cy="8242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84848"/>
                </a:solidFill>
                <a:latin typeface="Shantell Sans"/>
              </a:rPr>
              <a:t>Gaining control
over societal
institutions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3648" y="4626598"/>
            <a:ext cx="104676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rgbClr val="DE8431"/>
                </a:solidFill>
                <a:latin typeface="Arial Black" panose="020B0A04020102020204" pitchFamily="34" charset="0"/>
              </a:rPr>
              <a:t>Staying in
Power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1394" y="5187315"/>
            <a:ext cx="1429024" cy="8242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484848"/>
                </a:solidFill>
                <a:latin typeface="Shantell Sans"/>
              </a:rPr>
              <a:t>Maintaining
control through
any means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37926" y="1911793"/>
            <a:ext cx="355136" cy="429883"/>
          </a:xfrm>
          <a:custGeom>
            <a:avLst/>
            <a:gdLst/>
            <a:ahLst/>
            <a:cxnLst/>
            <a:rect l="0" t="0" r="0" b="0"/>
            <a:pathLst>
              <a:path w="355136" h="429883">
                <a:moveTo>
                  <a:pt x="15" y="18690"/>
                </a:moveTo>
                <a:cubicBezTo>
                  <a:pt x="15" y="8368"/>
                  <a:pt x="8383" y="0"/>
                  <a:pt x="18706" y="0"/>
                </a:cubicBezTo>
                <a:lnTo>
                  <a:pt x="336445" y="0"/>
                </a:lnTo>
                <a:cubicBezTo>
                  <a:pt x="346768" y="0"/>
                  <a:pt x="355136" y="8368"/>
                  <a:pt x="355136" y="18690"/>
                </a:cubicBezTo>
                <a:lnTo>
                  <a:pt x="355136" y="135768"/>
                </a:lnTo>
                <a:cubicBezTo>
                  <a:pt x="355135" y="259166"/>
                  <a:pt x="286770" y="372406"/>
                  <a:pt x="177575" y="429883"/>
                </a:cubicBezTo>
                <a:cubicBezTo>
                  <a:pt x="68369" y="372419"/>
                  <a:pt x="0" y="259170"/>
                  <a:pt x="15" y="135768"/>
                </a:cubicBezTo>
                <a:close/>
                <a:moveTo>
                  <a:pt x="102813" y="102760"/>
                </a:moveTo>
                <a:lnTo>
                  <a:pt x="252338" y="252285"/>
                </a:lnTo>
                <a:moveTo>
                  <a:pt x="252338" y="102760"/>
                </a:moveTo>
                <a:lnTo>
                  <a:pt x="102813" y="252285"/>
                </a:lnTo>
              </a:path>
            </a:pathLst>
          </a:custGeom>
          <a:noFill/>
          <a:ln w="14017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064862" y="1911793"/>
            <a:ext cx="430133" cy="430182"/>
          </a:xfrm>
          <a:custGeom>
            <a:avLst/>
            <a:gdLst/>
            <a:ahLst/>
            <a:cxnLst/>
            <a:rect l="0" t="0" r="0" b="0"/>
            <a:pathLst>
              <a:path w="430133" h="430182">
                <a:moveTo>
                  <a:pt x="314936" y="421846"/>
                </a:moveTo>
                <a:cubicBezTo>
                  <a:pt x="313771" y="426267"/>
                  <a:pt x="309958" y="429482"/>
                  <a:pt x="305403" y="429882"/>
                </a:cubicBezTo>
                <a:cubicBezTo>
                  <a:pt x="300815" y="430182"/>
                  <a:pt x="296569" y="427452"/>
                  <a:pt x="294937" y="423154"/>
                </a:cubicBezTo>
                <a:lnTo>
                  <a:pt x="225034" y="239426"/>
                </a:lnTo>
                <a:cubicBezTo>
                  <a:pt x="223542" y="235569"/>
                  <a:pt x="224416" y="231197"/>
                  <a:pt x="227277" y="228211"/>
                </a:cubicBezTo>
                <a:cubicBezTo>
                  <a:pt x="230286" y="225405"/>
                  <a:pt x="234590" y="224473"/>
                  <a:pt x="238491" y="225782"/>
                </a:cubicBezTo>
                <a:lnTo>
                  <a:pt x="422967" y="295124"/>
                </a:lnTo>
                <a:cubicBezTo>
                  <a:pt x="427310" y="296620"/>
                  <a:pt x="430133" y="300817"/>
                  <a:pt x="429883" y="305403"/>
                </a:cubicBezTo>
                <a:cubicBezTo>
                  <a:pt x="429675" y="310075"/>
                  <a:pt x="426395" y="314042"/>
                  <a:pt x="421846" y="315122"/>
                </a:cubicBezTo>
                <a:lnTo>
                  <a:pt x="341850" y="335121"/>
                </a:lnTo>
                <a:cubicBezTo>
                  <a:pt x="338090" y="336089"/>
                  <a:pt x="335154" y="339025"/>
                  <a:pt x="334187" y="342784"/>
                </a:cubicBezTo>
                <a:close/>
                <a:moveTo>
                  <a:pt x="130833" y="420537"/>
                </a:moveTo>
                <a:cubicBezTo>
                  <a:pt x="130833" y="425698"/>
                  <a:pt x="126649" y="429883"/>
                  <a:pt x="121488" y="429883"/>
                </a:cubicBezTo>
                <a:lnTo>
                  <a:pt x="9345" y="429883"/>
                </a:lnTo>
                <a:cubicBezTo>
                  <a:pt x="4184" y="429883"/>
                  <a:pt x="0" y="425698"/>
                  <a:pt x="0" y="420537"/>
                </a:cubicBezTo>
                <a:lnTo>
                  <a:pt x="0" y="168215"/>
                </a:lnTo>
                <a:cubicBezTo>
                  <a:pt x="0" y="157892"/>
                  <a:pt x="8368" y="149524"/>
                  <a:pt x="18690" y="149524"/>
                </a:cubicBezTo>
                <a:lnTo>
                  <a:pt x="112143" y="149524"/>
                </a:lnTo>
                <a:cubicBezTo>
                  <a:pt x="122465" y="149524"/>
                  <a:pt x="130833" y="157892"/>
                  <a:pt x="130833" y="168215"/>
                </a:cubicBezTo>
                <a:close/>
                <a:moveTo>
                  <a:pt x="112143" y="149524"/>
                </a:moveTo>
                <a:lnTo>
                  <a:pt x="112143" y="80743"/>
                </a:lnTo>
                <a:cubicBezTo>
                  <a:pt x="112204" y="77083"/>
                  <a:pt x="114395" y="73796"/>
                  <a:pt x="117750" y="72332"/>
                </a:cubicBezTo>
                <a:lnTo>
                  <a:pt x="267275" y="5794"/>
                </a:lnTo>
                <a:cubicBezTo>
                  <a:pt x="270012" y="4298"/>
                  <a:pt x="273322" y="4298"/>
                  <a:pt x="276059" y="5794"/>
                </a:cubicBezTo>
                <a:cubicBezTo>
                  <a:pt x="278733" y="7509"/>
                  <a:pt x="280353" y="10466"/>
                  <a:pt x="280358" y="13644"/>
                </a:cubicBezTo>
                <a:lnTo>
                  <a:pt x="280358" y="186905"/>
                </a:lnTo>
                <a:moveTo>
                  <a:pt x="37381" y="429883"/>
                </a:moveTo>
                <a:lnTo>
                  <a:pt x="37381" y="383156"/>
                </a:lnTo>
                <a:cubicBezTo>
                  <a:pt x="37381" y="377995"/>
                  <a:pt x="41565" y="373811"/>
                  <a:pt x="46726" y="373811"/>
                </a:cubicBezTo>
                <a:lnTo>
                  <a:pt x="84107" y="373811"/>
                </a:lnTo>
                <a:cubicBezTo>
                  <a:pt x="89268" y="373811"/>
                  <a:pt x="93452" y="377995"/>
                  <a:pt x="93452" y="383156"/>
                </a:cubicBezTo>
                <a:lnTo>
                  <a:pt x="93452" y="429883"/>
                </a:lnTo>
                <a:moveTo>
                  <a:pt x="0" y="205596"/>
                </a:moveTo>
                <a:lnTo>
                  <a:pt x="74762" y="205596"/>
                </a:lnTo>
                <a:moveTo>
                  <a:pt x="280358" y="93452"/>
                </a:moveTo>
                <a:lnTo>
                  <a:pt x="224286" y="93452"/>
                </a:lnTo>
                <a:moveTo>
                  <a:pt x="280358" y="130833"/>
                </a:moveTo>
                <a:lnTo>
                  <a:pt x="186905" y="130833"/>
                </a:lnTo>
                <a:moveTo>
                  <a:pt x="0" y="242977"/>
                </a:moveTo>
                <a:lnTo>
                  <a:pt x="37381" y="242977"/>
                </a:lnTo>
                <a:moveTo>
                  <a:pt x="149524" y="58127"/>
                </a:moveTo>
                <a:lnTo>
                  <a:pt x="149524" y="0"/>
                </a:lnTo>
                <a:moveTo>
                  <a:pt x="130833" y="429883"/>
                </a:moveTo>
                <a:lnTo>
                  <a:pt x="242977" y="429883"/>
                </a:lnTo>
              </a:path>
            </a:pathLst>
          </a:custGeom>
          <a:noFill/>
          <a:ln w="14017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691215" y="3248169"/>
            <a:ext cx="432219" cy="432219"/>
          </a:xfrm>
          <a:custGeom>
            <a:avLst/>
            <a:gdLst/>
            <a:ahLst/>
            <a:cxnLst/>
            <a:rect l="0" t="0" r="0" b="0"/>
            <a:pathLst>
              <a:path w="432219" h="432219">
                <a:moveTo>
                  <a:pt x="394838" y="294619"/>
                </a:moveTo>
                <a:lnTo>
                  <a:pt x="394838" y="432219"/>
                </a:lnTo>
                <a:lnTo>
                  <a:pt x="226623" y="432219"/>
                </a:lnTo>
                <a:lnTo>
                  <a:pt x="226623" y="373942"/>
                </a:lnTo>
                <a:moveTo>
                  <a:pt x="0" y="0"/>
                </a:moveTo>
                <a:moveTo>
                  <a:pt x="432219" y="337757"/>
                </a:moveTo>
                <a:lnTo>
                  <a:pt x="338972" y="230174"/>
                </a:lnTo>
                <a:cubicBezTo>
                  <a:pt x="328107" y="217643"/>
                  <a:pt x="310284" y="213770"/>
                  <a:pt x="295198" y="220660"/>
                </a:cubicBezTo>
                <a:moveTo>
                  <a:pt x="278022" y="432219"/>
                </a:moveTo>
                <a:lnTo>
                  <a:pt x="278022" y="363681"/>
                </a:lnTo>
                <a:cubicBezTo>
                  <a:pt x="278022" y="345616"/>
                  <a:pt x="292666" y="330972"/>
                  <a:pt x="310730" y="330972"/>
                </a:cubicBezTo>
                <a:cubicBezTo>
                  <a:pt x="328795" y="330972"/>
                  <a:pt x="343439" y="345616"/>
                  <a:pt x="343439" y="363681"/>
                </a:cubicBezTo>
                <a:lnTo>
                  <a:pt x="343439" y="432219"/>
                </a:lnTo>
                <a:moveTo>
                  <a:pt x="171953" y="86443"/>
                </a:moveTo>
                <a:lnTo>
                  <a:pt x="133992" y="86443"/>
                </a:lnTo>
                <a:cubicBezTo>
                  <a:pt x="121981" y="86452"/>
                  <a:pt x="111662" y="94974"/>
                  <a:pt x="109383" y="106766"/>
                </a:cubicBezTo>
                <a:cubicBezTo>
                  <a:pt x="107103" y="118559"/>
                  <a:pt x="113504" y="130312"/>
                  <a:pt x="124647" y="134796"/>
                </a:cubicBezTo>
                <a:lnTo>
                  <a:pt x="163224" y="150234"/>
                </a:lnTo>
                <a:cubicBezTo>
                  <a:pt x="174367" y="154718"/>
                  <a:pt x="180768" y="166471"/>
                  <a:pt x="178488" y="178264"/>
                </a:cubicBezTo>
                <a:cubicBezTo>
                  <a:pt x="176209" y="190057"/>
                  <a:pt x="165890" y="198578"/>
                  <a:pt x="153879" y="198587"/>
                </a:cubicBezTo>
                <a:lnTo>
                  <a:pt x="115881" y="198587"/>
                </a:lnTo>
                <a:moveTo>
                  <a:pt x="143954" y="66781"/>
                </a:moveTo>
                <a:lnTo>
                  <a:pt x="143954" y="86443"/>
                </a:lnTo>
                <a:moveTo>
                  <a:pt x="143954" y="198587"/>
                </a:moveTo>
                <a:lnTo>
                  <a:pt x="143954" y="217277"/>
                </a:lnTo>
                <a:moveTo>
                  <a:pt x="271555" y="143917"/>
                </a:moveTo>
                <a:cubicBezTo>
                  <a:pt x="271617" y="75582"/>
                  <a:pt x="217835" y="19328"/>
                  <a:pt x="149566" y="16323"/>
                </a:cubicBezTo>
                <a:cubicBezTo>
                  <a:pt x="81298" y="13317"/>
                  <a:pt x="22780" y="64628"/>
                  <a:pt x="16837" y="132704"/>
                </a:cubicBezTo>
                <a:cubicBezTo>
                  <a:pt x="10895" y="200780"/>
                  <a:pt x="59638" y="261453"/>
                  <a:pt x="127394" y="270321"/>
                </a:cubicBezTo>
                <a:cubicBezTo>
                  <a:pt x="142839" y="296692"/>
                  <a:pt x="167780" y="316163"/>
                  <a:pt x="197110" y="324748"/>
                </a:cubicBezTo>
                <a:lnTo>
                  <a:pt x="197110" y="259798"/>
                </a:lnTo>
                <a:cubicBezTo>
                  <a:pt x="242448" y="239049"/>
                  <a:pt x="271531" y="193777"/>
                  <a:pt x="271555" y="143917"/>
                </a:cubicBezTo>
                <a:close/>
              </a:path>
            </a:pathLst>
          </a:custGeom>
          <a:noFill/>
          <a:ln w="14017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064862" y="3260399"/>
            <a:ext cx="429883" cy="422325"/>
          </a:xfrm>
          <a:custGeom>
            <a:avLst/>
            <a:gdLst/>
            <a:ahLst/>
            <a:cxnLst/>
            <a:rect l="0" t="0" r="0" b="0"/>
            <a:pathLst>
              <a:path w="429883" h="422325">
                <a:moveTo>
                  <a:pt x="420537" y="310182"/>
                </a:moveTo>
                <a:lnTo>
                  <a:pt x="280358" y="310182"/>
                </a:lnTo>
                <a:lnTo>
                  <a:pt x="280358" y="216729"/>
                </a:lnTo>
                <a:cubicBezTo>
                  <a:pt x="280358" y="211568"/>
                  <a:pt x="276174" y="207384"/>
                  <a:pt x="271013" y="207384"/>
                </a:cubicBezTo>
                <a:lnTo>
                  <a:pt x="158869" y="207384"/>
                </a:lnTo>
                <a:cubicBezTo>
                  <a:pt x="153708" y="207384"/>
                  <a:pt x="149524" y="211568"/>
                  <a:pt x="149524" y="216729"/>
                </a:cubicBezTo>
                <a:lnTo>
                  <a:pt x="149524" y="310182"/>
                </a:lnTo>
                <a:lnTo>
                  <a:pt x="9345" y="310182"/>
                </a:lnTo>
                <a:cubicBezTo>
                  <a:pt x="4184" y="310182"/>
                  <a:pt x="0" y="314366"/>
                  <a:pt x="0" y="319527"/>
                </a:cubicBezTo>
                <a:lnTo>
                  <a:pt x="0" y="412980"/>
                </a:lnTo>
                <a:cubicBezTo>
                  <a:pt x="0" y="418141"/>
                  <a:pt x="4184" y="422325"/>
                  <a:pt x="9345" y="422325"/>
                </a:cubicBezTo>
                <a:lnTo>
                  <a:pt x="420537" y="422325"/>
                </a:lnTo>
                <a:cubicBezTo>
                  <a:pt x="425698" y="422325"/>
                  <a:pt x="429883" y="418141"/>
                  <a:pt x="429883" y="412980"/>
                </a:cubicBezTo>
                <a:lnTo>
                  <a:pt x="429883" y="319527"/>
                </a:lnTo>
                <a:cubicBezTo>
                  <a:pt x="429883" y="314366"/>
                  <a:pt x="425698" y="310182"/>
                  <a:pt x="420537" y="310182"/>
                </a:cubicBezTo>
                <a:close/>
                <a:moveTo>
                  <a:pt x="130833" y="160657"/>
                </a:moveTo>
                <a:cubicBezTo>
                  <a:pt x="131182" y="150372"/>
                  <a:pt x="133664" y="140271"/>
                  <a:pt x="138123" y="130995"/>
                </a:cubicBezTo>
                <a:cubicBezTo>
                  <a:pt x="143281" y="120678"/>
                  <a:pt x="164813" y="113538"/>
                  <a:pt x="191858" y="103520"/>
                </a:cubicBezTo>
                <a:cubicBezTo>
                  <a:pt x="199166" y="100810"/>
                  <a:pt x="197989" y="83746"/>
                  <a:pt x="194736" y="80194"/>
                </a:cubicBezTo>
                <a:cubicBezTo>
                  <a:pt x="184319" y="68884"/>
                  <a:pt x="179220" y="53668"/>
                  <a:pt x="180719" y="38365"/>
                </a:cubicBezTo>
                <a:cubicBezTo>
                  <a:pt x="179821" y="25569"/>
                  <a:pt x="186138" y="13342"/>
                  <a:pt x="197094" y="6671"/>
                </a:cubicBezTo>
                <a:cubicBezTo>
                  <a:pt x="208050" y="0"/>
                  <a:pt x="221813" y="0"/>
                  <a:pt x="232769" y="6671"/>
                </a:cubicBezTo>
                <a:cubicBezTo>
                  <a:pt x="243725" y="13342"/>
                  <a:pt x="250043" y="25569"/>
                  <a:pt x="249145" y="38365"/>
                </a:cubicBezTo>
                <a:cubicBezTo>
                  <a:pt x="250643" y="53668"/>
                  <a:pt x="245544" y="68884"/>
                  <a:pt x="235127" y="80194"/>
                </a:cubicBezTo>
                <a:cubicBezTo>
                  <a:pt x="231893" y="83764"/>
                  <a:pt x="230697" y="100754"/>
                  <a:pt x="238005" y="103520"/>
                </a:cubicBezTo>
                <a:cubicBezTo>
                  <a:pt x="265050" y="113538"/>
                  <a:pt x="286601" y="120678"/>
                  <a:pt x="291741" y="130995"/>
                </a:cubicBezTo>
                <a:cubicBezTo>
                  <a:pt x="296209" y="140268"/>
                  <a:pt x="298697" y="150370"/>
                  <a:pt x="299049" y="160657"/>
                </a:cubicBezTo>
                <a:moveTo>
                  <a:pt x="97415" y="254110"/>
                </a:moveTo>
                <a:cubicBezTo>
                  <a:pt x="89378" y="250821"/>
                  <a:pt x="79939" y="247456"/>
                  <a:pt x="69771" y="243681"/>
                </a:cubicBezTo>
                <a:cubicBezTo>
                  <a:pt x="62463" y="240971"/>
                  <a:pt x="63641" y="223906"/>
                  <a:pt x="66893" y="220355"/>
                </a:cubicBezTo>
                <a:cubicBezTo>
                  <a:pt x="77310" y="209045"/>
                  <a:pt x="82409" y="193829"/>
                  <a:pt x="80911" y="178526"/>
                </a:cubicBezTo>
                <a:cubicBezTo>
                  <a:pt x="81807" y="168997"/>
                  <a:pt x="78580" y="159541"/>
                  <a:pt x="72045" y="152549"/>
                </a:cubicBezTo>
                <a:cubicBezTo>
                  <a:pt x="65510" y="145556"/>
                  <a:pt x="56293" y="141697"/>
                  <a:pt x="46726" y="141948"/>
                </a:cubicBezTo>
                <a:cubicBezTo>
                  <a:pt x="37152" y="141687"/>
                  <a:pt x="27925" y="145541"/>
                  <a:pt x="21382" y="152534"/>
                </a:cubicBezTo>
                <a:cubicBezTo>
                  <a:pt x="14839" y="159528"/>
                  <a:pt x="11606" y="168990"/>
                  <a:pt x="12503" y="178526"/>
                </a:cubicBezTo>
                <a:cubicBezTo>
                  <a:pt x="11005" y="193829"/>
                  <a:pt x="16104" y="209045"/>
                  <a:pt x="26521" y="220355"/>
                </a:cubicBezTo>
                <a:cubicBezTo>
                  <a:pt x="29755" y="223925"/>
                  <a:pt x="30951" y="240915"/>
                  <a:pt x="23643" y="243681"/>
                </a:cubicBezTo>
                <a:cubicBezTo>
                  <a:pt x="15083" y="246840"/>
                  <a:pt x="7102" y="249737"/>
                  <a:pt x="0" y="252521"/>
                </a:cubicBezTo>
                <a:moveTo>
                  <a:pt x="332411" y="254110"/>
                </a:moveTo>
                <a:cubicBezTo>
                  <a:pt x="340448" y="250821"/>
                  <a:pt x="349887" y="247456"/>
                  <a:pt x="360055" y="243681"/>
                </a:cubicBezTo>
                <a:cubicBezTo>
                  <a:pt x="367363" y="240971"/>
                  <a:pt x="366185" y="223906"/>
                  <a:pt x="362933" y="220355"/>
                </a:cubicBezTo>
                <a:cubicBezTo>
                  <a:pt x="352516" y="209045"/>
                  <a:pt x="347416" y="193829"/>
                  <a:pt x="348915" y="178526"/>
                </a:cubicBezTo>
                <a:cubicBezTo>
                  <a:pt x="348017" y="165730"/>
                  <a:pt x="354335" y="153503"/>
                  <a:pt x="365291" y="146831"/>
                </a:cubicBezTo>
                <a:cubicBezTo>
                  <a:pt x="376247" y="140160"/>
                  <a:pt x="390010" y="140160"/>
                  <a:pt x="400965" y="146831"/>
                </a:cubicBezTo>
                <a:cubicBezTo>
                  <a:pt x="411921" y="153503"/>
                  <a:pt x="418239" y="165730"/>
                  <a:pt x="417341" y="178526"/>
                </a:cubicBezTo>
                <a:cubicBezTo>
                  <a:pt x="418840" y="193829"/>
                  <a:pt x="413740" y="209045"/>
                  <a:pt x="403323" y="220355"/>
                </a:cubicBezTo>
                <a:cubicBezTo>
                  <a:pt x="400090" y="223925"/>
                  <a:pt x="398894" y="240915"/>
                  <a:pt x="406202" y="243681"/>
                </a:cubicBezTo>
                <a:cubicBezTo>
                  <a:pt x="414762" y="246840"/>
                  <a:pt x="422743" y="249737"/>
                  <a:pt x="429864" y="252521"/>
                </a:cubicBezTo>
              </a:path>
            </a:pathLst>
          </a:custGeom>
          <a:noFill/>
          <a:ln w="14017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691215" y="4593890"/>
            <a:ext cx="404648" cy="403032"/>
          </a:xfrm>
          <a:custGeom>
            <a:avLst/>
            <a:gdLst/>
            <a:ahLst/>
            <a:cxnLst/>
            <a:rect l="0" t="0" r="0" b="0"/>
            <a:pathLst>
              <a:path w="404648" h="403032">
                <a:moveTo>
                  <a:pt x="278121" y="355238"/>
                </a:moveTo>
                <a:cubicBezTo>
                  <a:pt x="331206" y="302811"/>
                  <a:pt x="329010" y="217629"/>
                  <a:pt x="277029" y="163792"/>
                </a:cubicBezTo>
                <a:cubicBezTo>
                  <a:pt x="225232" y="110145"/>
                  <a:pt x="140479" y="109595"/>
                  <a:pt x="86194" y="162141"/>
                </a:cubicBezTo>
                <a:moveTo>
                  <a:pt x="204138" y="395555"/>
                </a:moveTo>
                <a:cubicBezTo>
                  <a:pt x="161150" y="403032"/>
                  <a:pt x="116292" y="389948"/>
                  <a:pt x="84518" y="358174"/>
                </a:cubicBezTo>
                <a:cubicBezTo>
                  <a:pt x="52744" y="326400"/>
                  <a:pt x="39661" y="281543"/>
                  <a:pt x="47137" y="238555"/>
                </a:cubicBezTo>
                <a:moveTo>
                  <a:pt x="0" y="0"/>
                </a:moveTo>
                <a:moveTo>
                  <a:pt x="399043" y="42952"/>
                </a:moveTo>
                <a:lnTo>
                  <a:pt x="277745" y="164251"/>
                </a:lnTo>
                <a:moveTo>
                  <a:pt x="43922" y="119583"/>
                </a:moveTo>
                <a:lnTo>
                  <a:pt x="320543" y="398071"/>
                </a:lnTo>
                <a:moveTo>
                  <a:pt x="307459" y="39213"/>
                </a:moveTo>
                <a:lnTo>
                  <a:pt x="404648" y="39213"/>
                </a:lnTo>
                <a:lnTo>
                  <a:pt x="404648" y="136404"/>
                </a:lnTo>
              </a:path>
            </a:pathLst>
          </a:custGeom>
          <a:noFill/>
          <a:ln w="14017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F81C89105CC8448D78F1BDF434B87D" ma:contentTypeVersion="11" ma:contentTypeDescription="Create a new document." ma:contentTypeScope="" ma:versionID="7a1d26bd2b74a4201720fc4dcbd9a97d">
  <xsd:schema xmlns:xsd="http://www.w3.org/2001/XMLSchema" xmlns:xs="http://www.w3.org/2001/XMLSchema" xmlns:p="http://schemas.microsoft.com/office/2006/metadata/properties" xmlns:ns3="90f9eaa0-5fb2-490a-a20e-61d57a795666" targetNamespace="http://schemas.microsoft.com/office/2006/metadata/properties" ma:root="true" ma:fieldsID="ff5cd18f00e62344c3b4cfcb0d77d441" ns3:_="">
    <xsd:import namespace="90f9eaa0-5fb2-490a-a20e-61d57a79566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f9eaa0-5fb2-490a-a20e-61d57a7956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AB23D92-290D-4094-9C8B-E851A885F7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f9eaa0-5fb2-490a-a20e-61d57a7956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06AC696-5B9C-4061-8BCF-182D77EDF0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A0F62E-8957-40C5-A770-775CDBA3A6A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456</Words>
  <Application>Microsoft Office PowerPoint</Application>
  <PresentationFormat>On-screen Show (4:3)</PresentationFormat>
  <Paragraphs>156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</vt:lpstr>
      <vt:lpstr>Arial Black</vt:lpstr>
      <vt:lpstr>Calibri</vt:lpstr>
      <vt:lpstr>Roboto</vt:lpstr>
      <vt:lpstr>Shantell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Areas of Intervention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ANCHITA</dc:creator>
  <cp:keywords/>
  <dc:description>generated using python-pptx</dc:description>
  <cp:lastModifiedBy>Anchita Sen</cp:lastModifiedBy>
  <cp:revision>14</cp:revision>
  <dcterms:created xsi:type="dcterms:W3CDTF">2013-01-27T09:14:16Z</dcterms:created>
  <dcterms:modified xsi:type="dcterms:W3CDTF">2025-11-17T03:08:22Z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0x010100ADF81C89105CC8448D78F1BDF434B87D</vt:lpwstr>
  </property>
</Properties>
</file>